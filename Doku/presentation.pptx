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AD00"/>
    <a:srgbClr val="6163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5E977C-521C-4E5D-98F4-08BAD4B2E030}" v="130" dt="2026-09-18T14:03:12.4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 Kläsener" userId="b3580cb7-15ad-4c2f-be10-30939a475464" providerId="ADAL" clId="{36612FA6-6914-4267-9ADB-97F4291D668E}"/>
    <pc:docChg chg="undo custSel addSld delSld modSld sldOrd">
      <pc:chgData name="Niko Kläsener" userId="b3580cb7-15ad-4c2f-be10-30939a475464" providerId="ADAL" clId="{36612FA6-6914-4267-9ADB-97F4291D668E}" dt="2026-09-18T14:05:43.658" v="2126" actId="115"/>
      <pc:docMkLst>
        <pc:docMk/>
      </pc:docMkLst>
      <pc:sldChg chg="modSp mod">
        <pc:chgData name="Niko Kläsener" userId="b3580cb7-15ad-4c2f-be10-30939a475464" providerId="ADAL" clId="{36612FA6-6914-4267-9ADB-97F4291D668E}" dt="2026-09-18T14:05:43.658" v="2126" actId="115"/>
        <pc:sldMkLst>
          <pc:docMk/>
          <pc:sldMk cId="1333337614" sldId="256"/>
        </pc:sldMkLst>
        <pc:spChg chg="mod">
          <ac:chgData name="Niko Kläsener" userId="b3580cb7-15ad-4c2f-be10-30939a475464" providerId="ADAL" clId="{36612FA6-6914-4267-9ADB-97F4291D668E}" dt="2026-09-18T14:05:43.658" v="2126" actId="115"/>
          <ac:spMkLst>
            <pc:docMk/>
            <pc:sldMk cId="1333337614" sldId="256"/>
            <ac:spMk id="2" creationId="{A2E25965-E8D2-89CA-ABA6-A83478AE8A33}"/>
          </ac:spMkLst>
        </pc:spChg>
        <pc:spChg chg="mod">
          <ac:chgData name="Niko Kläsener" userId="b3580cb7-15ad-4c2f-be10-30939a475464" providerId="ADAL" clId="{36612FA6-6914-4267-9ADB-97F4291D668E}" dt="2026-09-17T15:11:22.122" v="2002" actId="20577"/>
          <ac:spMkLst>
            <pc:docMk/>
            <pc:sldMk cId="1333337614" sldId="256"/>
            <ac:spMk id="3" creationId="{DF6AF82B-A7FA-77CF-693C-C1A5A5D417A0}"/>
          </ac:spMkLst>
        </pc:spChg>
      </pc:sldChg>
      <pc:sldChg chg="addSp delSp modSp mod">
        <pc:chgData name="Niko Kläsener" userId="b3580cb7-15ad-4c2f-be10-30939a475464" providerId="ADAL" clId="{36612FA6-6914-4267-9ADB-97F4291D668E}" dt="2026-09-17T15:11:50.830" v="2010" actId="20577"/>
        <pc:sldMkLst>
          <pc:docMk/>
          <pc:sldMk cId="4164270344" sldId="257"/>
        </pc:sldMkLst>
        <pc:spChg chg="add mod">
          <ac:chgData name="Niko Kläsener" userId="b3580cb7-15ad-4c2f-be10-30939a475464" providerId="ADAL" clId="{36612FA6-6914-4267-9ADB-97F4291D668E}" dt="2026-09-17T15:05:42.289" v="1931" actId="255"/>
          <ac:spMkLst>
            <pc:docMk/>
            <pc:sldMk cId="4164270344" sldId="257"/>
            <ac:spMk id="3" creationId="{8BC26897-5A5A-B1DE-E10D-7B61094785C1}"/>
          </ac:spMkLst>
        </pc:spChg>
        <pc:spChg chg="mod">
          <ac:chgData name="Niko Kläsener" userId="b3580cb7-15ad-4c2f-be10-30939a475464" providerId="ADAL" clId="{36612FA6-6914-4267-9ADB-97F4291D668E}" dt="2026-09-17T15:11:50.830" v="2010" actId="20577"/>
          <ac:spMkLst>
            <pc:docMk/>
            <pc:sldMk cId="4164270344" sldId="257"/>
            <ac:spMk id="4" creationId="{88CCA8D6-B2D6-52B3-D5C6-75CC0D2DD2A2}"/>
          </ac:spMkLst>
        </pc:spChg>
        <pc:graphicFrameChg chg="del mod">
          <ac:chgData name="Niko Kläsener" userId="b3580cb7-15ad-4c2f-be10-30939a475464" providerId="ADAL" clId="{36612FA6-6914-4267-9ADB-97F4291D668E}" dt="2026-09-17T14:47:34.463" v="1909" actId="11529"/>
          <ac:graphicFrameMkLst>
            <pc:docMk/>
            <pc:sldMk cId="4164270344" sldId="257"/>
            <ac:graphicFrameMk id="17" creationId="{BDCDC86D-865B-C8B7-012C-4FCDB063802C}"/>
          </ac:graphicFrameMkLst>
        </pc:graphicFrameChg>
      </pc:sldChg>
      <pc:sldChg chg="modSp mod">
        <pc:chgData name="Niko Kläsener" userId="b3580cb7-15ad-4c2f-be10-30939a475464" providerId="ADAL" clId="{36612FA6-6914-4267-9ADB-97F4291D668E}" dt="2026-09-18T13:57:00.380" v="2105"/>
        <pc:sldMkLst>
          <pc:docMk/>
          <pc:sldMk cId="4142139445" sldId="258"/>
        </pc:sldMkLst>
        <pc:spChg chg="mod">
          <ac:chgData name="Niko Kläsener" userId="b3580cb7-15ad-4c2f-be10-30939a475464" providerId="ADAL" clId="{36612FA6-6914-4267-9ADB-97F4291D668E}" dt="2026-09-17T15:11:59.185" v="2012" actId="20577"/>
          <ac:spMkLst>
            <pc:docMk/>
            <pc:sldMk cId="4142139445" sldId="258"/>
            <ac:spMk id="4" creationId="{705626FD-3A43-EF60-F79B-AC9EF8BDF78F}"/>
          </ac:spMkLst>
        </pc:spChg>
        <pc:graphicFrameChg chg="mod modGraphic">
          <ac:chgData name="Niko Kläsener" userId="b3580cb7-15ad-4c2f-be10-30939a475464" providerId="ADAL" clId="{36612FA6-6914-4267-9ADB-97F4291D668E}" dt="2026-09-18T13:57:00.380" v="2105"/>
          <ac:graphicFrameMkLst>
            <pc:docMk/>
            <pc:sldMk cId="4142139445" sldId="258"/>
            <ac:graphicFrameMk id="7" creationId="{9707F2EE-FC43-E758-C1B8-07779A202ED3}"/>
          </ac:graphicFrameMkLst>
        </pc:graphicFrameChg>
      </pc:sldChg>
      <pc:sldChg chg="addSp delSp modSp mod">
        <pc:chgData name="Niko Kläsener" userId="b3580cb7-15ad-4c2f-be10-30939a475464" providerId="ADAL" clId="{36612FA6-6914-4267-9ADB-97F4291D668E}" dt="2026-09-18T13:57:33.548" v="2118"/>
        <pc:sldMkLst>
          <pc:docMk/>
          <pc:sldMk cId="2600612885" sldId="259"/>
        </pc:sldMkLst>
        <pc:spChg chg="mod">
          <ac:chgData name="Niko Kläsener" userId="b3580cb7-15ad-4c2f-be10-30939a475464" providerId="ADAL" clId="{36612FA6-6914-4267-9ADB-97F4291D668E}" dt="2026-09-18T13:53:53.680" v="2087" actId="20577"/>
          <ac:spMkLst>
            <pc:docMk/>
            <pc:sldMk cId="2600612885" sldId="259"/>
            <ac:spMk id="2" creationId="{3FA6F329-6EE3-F5E4-FFB2-427A63D48AD5}"/>
          </ac:spMkLst>
        </pc:spChg>
        <pc:spChg chg="mod">
          <ac:chgData name="Niko Kläsener" userId="b3580cb7-15ad-4c2f-be10-30939a475464" providerId="ADAL" clId="{36612FA6-6914-4267-9ADB-97F4291D668E}" dt="2026-09-17T15:12:03.055" v="2014" actId="20577"/>
          <ac:spMkLst>
            <pc:docMk/>
            <pc:sldMk cId="2600612885" sldId="259"/>
            <ac:spMk id="4" creationId="{AECB20FE-62C5-119C-B6F4-B6BA6D1397E0}"/>
          </ac:spMkLst>
        </pc:spChg>
        <pc:spChg chg="del">
          <ac:chgData name="Niko Kläsener" userId="b3580cb7-15ad-4c2f-be10-30939a475464" providerId="ADAL" clId="{36612FA6-6914-4267-9ADB-97F4291D668E}" dt="2026-09-17T13:43:36.058" v="1723" actId="12084"/>
          <ac:spMkLst>
            <pc:docMk/>
            <pc:sldMk cId="2600612885" sldId="259"/>
            <ac:spMk id="8" creationId="{A7424BA0-FAB8-B6BE-3378-6819D55C6220}"/>
          </ac:spMkLst>
        </pc:spChg>
        <pc:graphicFrameChg chg="add mod modGraphic">
          <ac:chgData name="Niko Kläsener" userId="b3580cb7-15ad-4c2f-be10-30939a475464" providerId="ADAL" clId="{36612FA6-6914-4267-9ADB-97F4291D668E}" dt="2026-09-18T13:57:33.548" v="2118"/>
          <ac:graphicFrameMkLst>
            <pc:docMk/>
            <pc:sldMk cId="2600612885" sldId="259"/>
            <ac:graphicFrameMk id="3" creationId="{06DA536E-879C-550C-A9A1-A27C9672139B}"/>
          </ac:graphicFrameMkLst>
        </pc:graphicFrameChg>
        <pc:graphicFrameChg chg="mod modGraphic">
          <ac:chgData name="Niko Kläsener" userId="b3580cb7-15ad-4c2f-be10-30939a475464" providerId="ADAL" clId="{36612FA6-6914-4267-9ADB-97F4291D668E}" dt="2026-09-18T13:56:01.626" v="2100"/>
          <ac:graphicFrameMkLst>
            <pc:docMk/>
            <pc:sldMk cId="2600612885" sldId="259"/>
            <ac:graphicFrameMk id="7" creationId="{C62E601C-4372-66D1-48D0-5AFB2C001DB0}"/>
          </ac:graphicFrameMkLst>
        </pc:graphicFrameChg>
      </pc:sldChg>
      <pc:sldChg chg="addSp delSp modSp mod">
        <pc:chgData name="Niko Kläsener" userId="b3580cb7-15ad-4c2f-be10-30939a475464" providerId="ADAL" clId="{36612FA6-6914-4267-9ADB-97F4291D668E}" dt="2026-09-17T15:12:06.610" v="2016" actId="20577"/>
        <pc:sldMkLst>
          <pc:docMk/>
          <pc:sldMk cId="1515267291" sldId="260"/>
        </pc:sldMkLst>
        <pc:spChg chg="mod">
          <ac:chgData name="Niko Kläsener" userId="b3580cb7-15ad-4c2f-be10-30939a475464" providerId="ADAL" clId="{36612FA6-6914-4267-9ADB-97F4291D668E}" dt="2026-09-12T10:11:04.622" v="17" actId="20577"/>
          <ac:spMkLst>
            <pc:docMk/>
            <pc:sldMk cId="1515267291" sldId="260"/>
            <ac:spMk id="2" creationId="{B01A34C4-1323-5DF6-80A0-698B913A3B7F}"/>
          </ac:spMkLst>
        </pc:spChg>
        <pc:spChg chg="mod">
          <ac:chgData name="Niko Kläsener" userId="b3580cb7-15ad-4c2f-be10-30939a475464" providerId="ADAL" clId="{36612FA6-6914-4267-9ADB-97F4291D668E}" dt="2026-09-14T16:43:55.676" v="1107" actId="20577"/>
          <ac:spMkLst>
            <pc:docMk/>
            <pc:sldMk cId="1515267291" sldId="260"/>
            <ac:spMk id="3" creationId="{2B59F5AD-827D-3273-835D-8D60C5B27A22}"/>
          </ac:spMkLst>
        </pc:spChg>
        <pc:spChg chg="mod">
          <ac:chgData name="Niko Kläsener" userId="b3580cb7-15ad-4c2f-be10-30939a475464" providerId="ADAL" clId="{36612FA6-6914-4267-9ADB-97F4291D668E}" dt="2026-09-17T15:12:06.610" v="2016" actId="20577"/>
          <ac:spMkLst>
            <pc:docMk/>
            <pc:sldMk cId="1515267291" sldId="260"/>
            <ac:spMk id="4" creationId="{8F5AC608-0BA6-7243-906A-AF3064DDAFEE}"/>
          </ac:spMkLst>
        </pc:spChg>
        <pc:spChg chg="add mod">
          <ac:chgData name="Niko Kläsener" userId="b3580cb7-15ad-4c2f-be10-30939a475464" providerId="ADAL" clId="{36612FA6-6914-4267-9ADB-97F4291D668E}" dt="2026-09-12T10:17:36.348" v="39" actId="1076"/>
          <ac:spMkLst>
            <pc:docMk/>
            <pc:sldMk cId="1515267291" sldId="260"/>
            <ac:spMk id="12" creationId="{50C32F3F-2C5A-A06E-9BFF-868CDD41937C}"/>
          </ac:spMkLst>
        </pc:spChg>
        <pc:spChg chg="add mod">
          <ac:chgData name="Niko Kläsener" userId="b3580cb7-15ad-4c2f-be10-30939a475464" providerId="ADAL" clId="{36612FA6-6914-4267-9ADB-97F4291D668E}" dt="2026-09-12T10:17:51.612" v="42" actId="14100"/>
          <ac:spMkLst>
            <pc:docMk/>
            <pc:sldMk cId="1515267291" sldId="260"/>
            <ac:spMk id="14" creationId="{C9012D44-CF97-803A-8181-DD8E26FCF06C}"/>
          </ac:spMkLst>
        </pc:spChg>
        <pc:spChg chg="add mod">
          <ac:chgData name="Niko Kläsener" userId="b3580cb7-15ad-4c2f-be10-30939a475464" providerId="ADAL" clId="{36612FA6-6914-4267-9ADB-97F4291D668E}" dt="2026-09-12T10:20:26.877" v="54" actId="208"/>
          <ac:spMkLst>
            <pc:docMk/>
            <pc:sldMk cId="1515267291" sldId="260"/>
            <ac:spMk id="15" creationId="{AEACE1CA-D59F-5F7C-56EA-79448A323FD2}"/>
          </ac:spMkLst>
        </pc:spChg>
        <pc:spChg chg="add mod">
          <ac:chgData name="Niko Kläsener" userId="b3580cb7-15ad-4c2f-be10-30939a475464" providerId="ADAL" clId="{36612FA6-6914-4267-9ADB-97F4291D668E}" dt="2026-09-12T10:20:22.692" v="53" actId="208"/>
          <ac:spMkLst>
            <pc:docMk/>
            <pc:sldMk cId="1515267291" sldId="260"/>
            <ac:spMk id="17" creationId="{1D25A989-C1AD-601F-05BE-62E3FB216FF4}"/>
          </ac:spMkLst>
        </pc:spChg>
        <pc:cxnChg chg="add mod">
          <ac:chgData name="Niko Kläsener" userId="b3580cb7-15ad-4c2f-be10-30939a475464" providerId="ADAL" clId="{36612FA6-6914-4267-9ADB-97F4291D668E}" dt="2026-09-12T10:20:44.122" v="57" actId="13822"/>
          <ac:cxnSpMkLst>
            <pc:docMk/>
            <pc:sldMk cId="1515267291" sldId="260"/>
            <ac:cxnSpMk id="19" creationId="{ECCC65C4-4D6F-B73E-69DE-0BB4F92FABC3}"/>
          </ac:cxnSpMkLst>
        </pc:cxnChg>
        <pc:cxnChg chg="add mod">
          <ac:chgData name="Niko Kläsener" userId="b3580cb7-15ad-4c2f-be10-30939a475464" providerId="ADAL" clId="{36612FA6-6914-4267-9ADB-97F4291D668E}" dt="2026-09-12T10:21:03.526" v="60" actId="13822"/>
          <ac:cxnSpMkLst>
            <pc:docMk/>
            <pc:sldMk cId="1515267291" sldId="260"/>
            <ac:cxnSpMk id="22" creationId="{52DF21EC-FA14-ECE5-B69E-EFA1395727A8}"/>
          </ac:cxnSpMkLst>
        </pc:cxnChg>
      </pc:sldChg>
      <pc:sldChg chg="addSp delSp modSp new mod">
        <pc:chgData name="Niko Kläsener" userId="b3580cb7-15ad-4c2f-be10-30939a475464" providerId="ADAL" clId="{36612FA6-6914-4267-9ADB-97F4291D668E}" dt="2026-09-18T13:55:21.138" v="2096" actId="20577"/>
        <pc:sldMkLst>
          <pc:docMk/>
          <pc:sldMk cId="2218181734" sldId="261"/>
        </pc:sldMkLst>
        <pc:spChg chg="mod">
          <ac:chgData name="Niko Kläsener" userId="b3580cb7-15ad-4c2f-be10-30939a475464" providerId="ADAL" clId="{36612FA6-6914-4267-9ADB-97F4291D668E}" dt="2026-09-12T10:52:15.573" v="466" actId="108"/>
          <ac:spMkLst>
            <pc:docMk/>
            <pc:sldMk cId="2218181734" sldId="261"/>
            <ac:spMk id="2" creationId="{362EAE3D-21D5-A783-CF5B-9C9D2A592BEB}"/>
          </ac:spMkLst>
        </pc:spChg>
        <pc:spChg chg="mod">
          <ac:chgData name="Niko Kläsener" userId="b3580cb7-15ad-4c2f-be10-30939a475464" providerId="ADAL" clId="{36612FA6-6914-4267-9ADB-97F4291D668E}" dt="2026-09-17T15:12:12.991" v="2018" actId="20577"/>
          <ac:spMkLst>
            <pc:docMk/>
            <pc:sldMk cId="2218181734" sldId="261"/>
            <ac:spMk id="4" creationId="{B17CF919-32CD-8B22-60B5-264D14C53517}"/>
          </ac:spMkLst>
        </pc:spChg>
        <pc:graphicFrameChg chg="add mod ord modGraphic">
          <ac:chgData name="Niko Kläsener" userId="b3580cb7-15ad-4c2f-be10-30939a475464" providerId="ADAL" clId="{36612FA6-6914-4267-9ADB-97F4291D668E}" dt="2026-09-18T13:55:21.138" v="2096" actId="20577"/>
          <ac:graphicFrameMkLst>
            <pc:docMk/>
            <pc:sldMk cId="2218181734" sldId="261"/>
            <ac:graphicFrameMk id="7" creationId="{793ACAF3-510F-760C-BA34-E7CB64519CDC}"/>
          </ac:graphicFrameMkLst>
        </pc:graphicFrameChg>
      </pc:sldChg>
      <pc:sldChg chg="addSp delSp modSp new mod">
        <pc:chgData name="Niko Kläsener" userId="b3580cb7-15ad-4c2f-be10-30939a475464" providerId="ADAL" clId="{36612FA6-6914-4267-9ADB-97F4291D668E}" dt="2026-09-18T13:52:26.404" v="2070"/>
        <pc:sldMkLst>
          <pc:docMk/>
          <pc:sldMk cId="2060468925" sldId="262"/>
        </pc:sldMkLst>
        <pc:spChg chg="mod">
          <ac:chgData name="Niko Kläsener" userId="b3580cb7-15ad-4c2f-be10-30939a475464" providerId="ADAL" clId="{36612FA6-6914-4267-9ADB-97F4291D668E}" dt="2026-09-18T13:52:26.404" v="2070"/>
          <ac:spMkLst>
            <pc:docMk/>
            <pc:sldMk cId="2060468925" sldId="262"/>
            <ac:spMk id="2" creationId="{52218FE5-7A9F-4DC4-9E89-79FD1200457A}"/>
          </ac:spMkLst>
        </pc:spChg>
        <pc:spChg chg="mod">
          <ac:chgData name="Niko Kläsener" userId="b3580cb7-15ad-4c2f-be10-30939a475464" providerId="ADAL" clId="{36612FA6-6914-4267-9ADB-97F4291D668E}" dt="2026-09-17T15:12:20.207" v="2022" actId="20577"/>
          <ac:spMkLst>
            <pc:docMk/>
            <pc:sldMk cId="2060468925" sldId="262"/>
            <ac:spMk id="4" creationId="{1232716C-1501-A0FB-22C5-FCA4504EF27E}"/>
          </ac:spMkLst>
        </pc:spChg>
        <pc:spChg chg="add del mod">
          <ac:chgData name="Niko Kläsener" userId="b3580cb7-15ad-4c2f-be10-30939a475464" providerId="ADAL" clId="{36612FA6-6914-4267-9ADB-97F4291D668E}" dt="2026-09-17T13:44:54.670" v="1726" actId="12084"/>
          <ac:spMkLst>
            <pc:docMk/>
            <pc:sldMk cId="2060468925" sldId="262"/>
            <ac:spMk id="9" creationId="{7999F86D-698C-3FD6-74B6-E337C99BA53D}"/>
          </ac:spMkLst>
        </pc:spChg>
        <pc:graphicFrameChg chg="add mod">
          <ac:chgData name="Niko Kläsener" userId="b3580cb7-15ad-4c2f-be10-30939a475464" providerId="ADAL" clId="{36612FA6-6914-4267-9ADB-97F4291D668E}" dt="2026-09-17T14:46:57.129" v="1906" actId="14100"/>
          <ac:graphicFrameMkLst>
            <pc:docMk/>
            <pc:sldMk cId="2060468925" sldId="262"/>
            <ac:graphicFrameMk id="3" creationId="{BDE9B8B2-6EF8-1F79-7363-519EBCBB5D7C}"/>
          </ac:graphicFrameMkLst>
        </pc:graphicFrameChg>
        <pc:graphicFrameChg chg="add mod modGraphic">
          <ac:chgData name="Niko Kläsener" userId="b3580cb7-15ad-4c2f-be10-30939a475464" providerId="ADAL" clId="{36612FA6-6914-4267-9ADB-97F4291D668E}" dt="2026-09-17T13:47:49.743" v="1738" actId="207"/>
          <ac:graphicFrameMkLst>
            <pc:docMk/>
            <pc:sldMk cId="2060468925" sldId="262"/>
            <ac:graphicFrameMk id="11" creationId="{0FC97D7D-C080-EABA-9A7B-385FCBF63C1B}"/>
          </ac:graphicFrameMkLst>
        </pc:graphicFrameChg>
        <pc:picChg chg="add mod">
          <ac:chgData name="Niko Kläsener" userId="b3580cb7-15ad-4c2f-be10-30939a475464" providerId="ADAL" clId="{36612FA6-6914-4267-9ADB-97F4291D668E}" dt="2026-09-12T10:53:52.880" v="471" actId="1076"/>
          <ac:picMkLst>
            <pc:docMk/>
            <pc:sldMk cId="2060468925" sldId="262"/>
            <ac:picMk id="8" creationId="{80A04477-3398-88D9-580B-5848BFC9B53C}"/>
          </ac:picMkLst>
        </pc:picChg>
      </pc:sldChg>
      <pc:sldChg chg="addSp delSp modSp new del mod">
        <pc:chgData name="Niko Kläsener" userId="b3580cb7-15ad-4c2f-be10-30939a475464" providerId="ADAL" clId="{36612FA6-6914-4267-9ADB-97F4291D668E}" dt="2026-09-17T13:51:21.997" v="1763" actId="2696"/>
        <pc:sldMkLst>
          <pc:docMk/>
          <pc:sldMk cId="1430045263" sldId="263"/>
        </pc:sldMkLst>
        <pc:graphicFrameChg chg="add mod modGraphic">
          <ac:chgData name="Niko Kläsener" userId="b3580cb7-15ad-4c2f-be10-30939a475464" providerId="ADAL" clId="{36612FA6-6914-4267-9ADB-97F4291D668E}" dt="2026-09-17T13:48:12.136" v="1740" actId="207"/>
          <ac:graphicFrameMkLst>
            <pc:docMk/>
            <pc:sldMk cId="1430045263" sldId="263"/>
            <ac:graphicFrameMk id="11" creationId="{B10A35A8-A660-4E54-DC78-DB57D4F39C4B}"/>
          </ac:graphicFrameMkLst>
        </pc:graphicFrameChg>
      </pc:sldChg>
      <pc:sldChg chg="addSp delSp modSp new mod">
        <pc:chgData name="Niko Kläsener" userId="b3580cb7-15ad-4c2f-be10-30939a475464" providerId="ADAL" clId="{36612FA6-6914-4267-9ADB-97F4291D668E}" dt="2026-09-17T15:12:26.449" v="2024" actId="20577"/>
        <pc:sldMkLst>
          <pc:docMk/>
          <pc:sldMk cId="1887162255" sldId="264"/>
        </pc:sldMkLst>
        <pc:spChg chg="mod">
          <ac:chgData name="Niko Kläsener" userId="b3580cb7-15ad-4c2f-be10-30939a475464" providerId="ADAL" clId="{36612FA6-6914-4267-9ADB-97F4291D668E}" dt="2026-09-14T16:34:45.768" v="882" actId="108"/>
          <ac:spMkLst>
            <pc:docMk/>
            <pc:sldMk cId="1887162255" sldId="264"/>
            <ac:spMk id="2" creationId="{C3326435-C348-01B2-F412-8B9060357A80}"/>
          </ac:spMkLst>
        </pc:spChg>
        <pc:spChg chg="mod">
          <ac:chgData name="Niko Kläsener" userId="b3580cb7-15ad-4c2f-be10-30939a475464" providerId="ADAL" clId="{36612FA6-6914-4267-9ADB-97F4291D668E}" dt="2026-09-17T15:12:26.449" v="2024" actId="20577"/>
          <ac:spMkLst>
            <pc:docMk/>
            <pc:sldMk cId="1887162255" sldId="264"/>
            <ac:spMk id="4" creationId="{61D055AB-48E4-1ED3-4A06-4F34E0B08753}"/>
          </ac:spMkLst>
        </pc:spChg>
        <pc:spChg chg="add mod">
          <ac:chgData name="Niko Kläsener" userId="b3580cb7-15ad-4c2f-be10-30939a475464" providerId="ADAL" clId="{36612FA6-6914-4267-9ADB-97F4291D668E}" dt="2026-09-17T14:00:21.203" v="1779" actId="1076"/>
          <ac:spMkLst>
            <pc:docMk/>
            <pc:sldMk cId="1887162255" sldId="264"/>
            <ac:spMk id="11" creationId="{807CE197-6B92-9AAD-3FE5-03A2BBBDAD94}"/>
          </ac:spMkLst>
        </pc:spChg>
        <pc:graphicFrameChg chg="add mod modGraphic">
          <ac:chgData name="Niko Kläsener" userId="b3580cb7-15ad-4c2f-be10-30939a475464" providerId="ADAL" clId="{36612FA6-6914-4267-9ADB-97F4291D668E}" dt="2026-09-17T14:39:27.602" v="1892" actId="20577"/>
          <ac:graphicFrameMkLst>
            <pc:docMk/>
            <pc:sldMk cId="1887162255" sldId="264"/>
            <ac:graphicFrameMk id="9" creationId="{80093E0D-17C0-0E0F-39A4-9B58B7EE064D}"/>
          </ac:graphicFrameMkLst>
        </pc:graphicFrameChg>
        <pc:picChg chg="add mod modCrop">
          <ac:chgData name="Niko Kläsener" userId="b3580cb7-15ad-4c2f-be10-30939a475464" providerId="ADAL" clId="{36612FA6-6914-4267-9ADB-97F4291D668E}" dt="2026-09-17T14:55:00.434" v="1921" actId="18131"/>
          <ac:picMkLst>
            <pc:docMk/>
            <pc:sldMk cId="1887162255" sldId="264"/>
            <ac:picMk id="8" creationId="{26C60450-F76B-6702-FC65-C68E9F5B950E}"/>
          </ac:picMkLst>
        </pc:picChg>
        <pc:cxnChg chg="add mod">
          <ac:chgData name="Niko Kläsener" userId="b3580cb7-15ad-4c2f-be10-30939a475464" providerId="ADAL" clId="{36612FA6-6914-4267-9ADB-97F4291D668E}" dt="2026-09-17T14:39:38.237" v="1894" actId="14100"/>
          <ac:cxnSpMkLst>
            <pc:docMk/>
            <pc:sldMk cId="1887162255" sldId="264"/>
            <ac:cxnSpMk id="7" creationId="{A23E9F09-9744-EE59-3AD4-3432EF63528B}"/>
          </ac:cxnSpMkLst>
        </pc:cxnChg>
        <pc:cxnChg chg="add mod">
          <ac:chgData name="Niko Kläsener" userId="b3580cb7-15ad-4c2f-be10-30939a475464" providerId="ADAL" clId="{36612FA6-6914-4267-9ADB-97F4291D668E}" dt="2026-09-17T14:40:43.772" v="1905" actId="1076"/>
          <ac:cxnSpMkLst>
            <pc:docMk/>
            <pc:sldMk cId="1887162255" sldId="264"/>
            <ac:cxnSpMk id="14" creationId="{E0851CA9-2872-2FFB-DA27-B6C784619394}"/>
          </ac:cxnSpMkLst>
        </pc:cxnChg>
        <pc:cxnChg chg="add mod">
          <ac:chgData name="Niko Kläsener" userId="b3580cb7-15ad-4c2f-be10-30939a475464" providerId="ADAL" clId="{36612FA6-6914-4267-9ADB-97F4291D668E}" dt="2026-09-17T14:40:05.371" v="1900" actId="14100"/>
          <ac:cxnSpMkLst>
            <pc:docMk/>
            <pc:sldMk cId="1887162255" sldId="264"/>
            <ac:cxnSpMk id="15" creationId="{AD0ABEBD-3805-B623-FBAA-234FC65AB53A}"/>
          </ac:cxnSpMkLst>
        </pc:cxnChg>
        <pc:cxnChg chg="add mod">
          <ac:chgData name="Niko Kläsener" userId="b3580cb7-15ad-4c2f-be10-30939a475464" providerId="ADAL" clId="{36612FA6-6914-4267-9ADB-97F4291D668E}" dt="2026-09-17T14:40:19.761" v="1903" actId="14100"/>
          <ac:cxnSpMkLst>
            <pc:docMk/>
            <pc:sldMk cId="1887162255" sldId="264"/>
            <ac:cxnSpMk id="16" creationId="{8C7D638A-0A67-63A9-259E-C44631D8FD44}"/>
          </ac:cxnSpMkLst>
        </pc:cxnChg>
        <pc:cxnChg chg="add mod">
          <ac:chgData name="Niko Kläsener" userId="b3580cb7-15ad-4c2f-be10-30939a475464" providerId="ADAL" clId="{36612FA6-6914-4267-9ADB-97F4291D668E}" dt="2026-09-17T14:40:24.621" v="1904" actId="14100"/>
          <ac:cxnSpMkLst>
            <pc:docMk/>
            <pc:sldMk cId="1887162255" sldId="264"/>
            <ac:cxnSpMk id="17" creationId="{5DCD0F7E-5870-FB5D-DB38-E8AFDCEEAEB4}"/>
          </ac:cxnSpMkLst>
        </pc:cxnChg>
      </pc:sldChg>
      <pc:sldChg chg="addSp modSp add mod ord">
        <pc:chgData name="Niko Kläsener" userId="b3580cb7-15ad-4c2f-be10-30939a475464" providerId="ADAL" clId="{36612FA6-6914-4267-9ADB-97F4291D668E}" dt="2026-09-17T15:12:32.208" v="2026" actId="20577"/>
        <pc:sldMkLst>
          <pc:docMk/>
          <pc:sldMk cId="1358072595" sldId="265"/>
        </pc:sldMkLst>
        <pc:spChg chg="mod">
          <ac:chgData name="Niko Kläsener" userId="b3580cb7-15ad-4c2f-be10-30939a475464" providerId="ADAL" clId="{36612FA6-6914-4267-9ADB-97F4291D668E}" dt="2026-09-14T16:50:30.062" v="1160" actId="20577"/>
          <ac:spMkLst>
            <pc:docMk/>
            <pc:sldMk cId="1358072595" sldId="265"/>
            <ac:spMk id="2" creationId="{5FAC971F-4092-FD52-AC89-B0D223962DED}"/>
          </ac:spMkLst>
        </pc:spChg>
        <pc:spChg chg="mod">
          <ac:chgData name="Niko Kläsener" userId="b3580cb7-15ad-4c2f-be10-30939a475464" providerId="ADAL" clId="{36612FA6-6914-4267-9ADB-97F4291D668E}" dt="2026-09-14T16:51:54.324" v="1175" actId="20577"/>
          <ac:spMkLst>
            <pc:docMk/>
            <pc:sldMk cId="1358072595" sldId="265"/>
            <ac:spMk id="3" creationId="{3CFAB51E-C599-4D4D-5B69-BD12336B6330}"/>
          </ac:spMkLst>
        </pc:spChg>
        <pc:spChg chg="mod">
          <ac:chgData name="Niko Kläsener" userId="b3580cb7-15ad-4c2f-be10-30939a475464" providerId="ADAL" clId="{36612FA6-6914-4267-9ADB-97F4291D668E}" dt="2026-09-17T15:12:32.208" v="2026" actId="20577"/>
          <ac:spMkLst>
            <pc:docMk/>
            <pc:sldMk cId="1358072595" sldId="265"/>
            <ac:spMk id="4" creationId="{C2A6B4A1-F496-8368-AA00-1FBD1CCD7164}"/>
          </ac:spMkLst>
        </pc:spChg>
        <pc:spChg chg="add mod">
          <ac:chgData name="Niko Kläsener" userId="b3580cb7-15ad-4c2f-be10-30939a475464" providerId="ADAL" clId="{36612FA6-6914-4267-9ADB-97F4291D668E}" dt="2026-09-17T14:00:03.617" v="1777" actId="1076"/>
          <ac:spMkLst>
            <pc:docMk/>
            <pc:sldMk cId="1358072595" sldId="265"/>
            <ac:spMk id="7" creationId="{06E510F7-7933-616E-66B2-0B8505FE14A0}"/>
          </ac:spMkLst>
        </pc:spChg>
        <pc:spChg chg="add mod">
          <ac:chgData name="Niko Kläsener" userId="b3580cb7-15ad-4c2f-be10-30939a475464" providerId="ADAL" clId="{36612FA6-6914-4267-9ADB-97F4291D668E}" dt="2026-09-14T16:55:08.338" v="1189" actId="1076"/>
          <ac:spMkLst>
            <pc:docMk/>
            <pc:sldMk cId="1358072595" sldId="265"/>
            <ac:spMk id="8" creationId="{0BED6DC0-9D9D-E08E-0C49-27E7268113AC}"/>
          </ac:spMkLst>
        </pc:spChg>
        <pc:cxnChg chg="add mod">
          <ac:chgData name="Niko Kläsener" userId="b3580cb7-15ad-4c2f-be10-30939a475464" providerId="ADAL" clId="{36612FA6-6914-4267-9ADB-97F4291D668E}" dt="2026-09-17T14:00:06.304" v="1778" actId="14100"/>
          <ac:cxnSpMkLst>
            <pc:docMk/>
            <pc:sldMk cId="1358072595" sldId="265"/>
            <ac:cxnSpMk id="10" creationId="{1B31E9A5-81A2-FC47-2DB9-3CA25143F7AD}"/>
          </ac:cxnSpMkLst>
        </pc:cxnChg>
      </pc:sldChg>
      <pc:sldChg chg="addSp delSp modSp add mod ord modShow">
        <pc:chgData name="Niko Kläsener" userId="b3580cb7-15ad-4c2f-be10-30939a475464" providerId="ADAL" clId="{36612FA6-6914-4267-9ADB-97F4291D668E}" dt="2026-09-18T13:52:35.960" v="2072"/>
        <pc:sldMkLst>
          <pc:docMk/>
          <pc:sldMk cId="1060644946" sldId="266"/>
        </pc:sldMkLst>
        <pc:spChg chg="mod">
          <ac:chgData name="Niko Kläsener" userId="b3580cb7-15ad-4c2f-be10-30939a475464" providerId="ADAL" clId="{36612FA6-6914-4267-9ADB-97F4291D668E}" dt="2026-09-18T13:52:35.960" v="2072"/>
          <ac:spMkLst>
            <pc:docMk/>
            <pc:sldMk cId="1060644946" sldId="266"/>
            <ac:spMk id="2" creationId="{C8D40585-164A-A2FC-16FD-0581EF877B2E}"/>
          </ac:spMkLst>
        </pc:spChg>
        <pc:spChg chg="mod">
          <ac:chgData name="Niko Kläsener" userId="b3580cb7-15ad-4c2f-be10-30939a475464" providerId="ADAL" clId="{36612FA6-6914-4267-9ADB-97F4291D668E}" dt="2026-09-17T15:12:37.120" v="2028" actId="20577"/>
          <ac:spMkLst>
            <pc:docMk/>
            <pc:sldMk cId="1060644946" sldId="266"/>
            <ac:spMk id="4" creationId="{2C551C10-7D4E-DE91-B781-896CFBA10AB5}"/>
          </ac:spMkLst>
        </pc:spChg>
        <pc:spChg chg="del mod">
          <ac:chgData name="Niko Kläsener" userId="b3580cb7-15ad-4c2f-be10-30939a475464" providerId="ADAL" clId="{36612FA6-6914-4267-9ADB-97F4291D668E}" dt="2026-09-17T13:48:46.658" v="1744" actId="12084"/>
          <ac:spMkLst>
            <pc:docMk/>
            <pc:sldMk cId="1060644946" sldId="266"/>
            <ac:spMk id="9" creationId="{B2C43CEE-220B-B92C-CFF2-CC9DB4D8E621}"/>
          </ac:spMkLst>
        </pc:spChg>
        <pc:graphicFrameChg chg="add mod modGraphic">
          <ac:chgData name="Niko Kläsener" userId="b3580cb7-15ad-4c2f-be10-30939a475464" providerId="ADAL" clId="{36612FA6-6914-4267-9ADB-97F4291D668E}" dt="2026-09-18T13:51:54.390" v="2068"/>
          <ac:graphicFrameMkLst>
            <pc:docMk/>
            <pc:sldMk cId="1060644946" sldId="266"/>
            <ac:graphicFrameMk id="3" creationId="{A1627C87-2502-2AB9-57C6-310D0C3FAA44}"/>
          </ac:graphicFrameMkLst>
        </pc:graphicFrameChg>
        <pc:graphicFrameChg chg="mod modGraphic">
          <ac:chgData name="Niko Kläsener" userId="b3580cb7-15ad-4c2f-be10-30939a475464" providerId="ADAL" clId="{36612FA6-6914-4267-9ADB-97F4291D668E}" dt="2026-09-17T13:48:38.785" v="1743" actId="207"/>
          <ac:graphicFrameMkLst>
            <pc:docMk/>
            <pc:sldMk cId="1060644946" sldId="266"/>
            <ac:graphicFrameMk id="11" creationId="{057D0A77-5DCC-DF39-5633-3BD57AFF2F87}"/>
          </ac:graphicFrameMkLst>
        </pc:graphicFrameChg>
        <pc:picChg chg="mod">
          <ac:chgData name="Niko Kläsener" userId="b3580cb7-15ad-4c2f-be10-30939a475464" providerId="ADAL" clId="{36612FA6-6914-4267-9ADB-97F4291D668E}" dt="2026-09-14T16:57:37.135" v="1202" actId="14826"/>
          <ac:picMkLst>
            <pc:docMk/>
            <pc:sldMk cId="1060644946" sldId="266"/>
            <ac:picMk id="8" creationId="{47B70E34-45F4-05E5-675D-2E1772BC95E5}"/>
          </ac:picMkLst>
        </pc:picChg>
      </pc:sldChg>
      <pc:sldChg chg="addSp delSp modSp new mod">
        <pc:chgData name="Niko Kläsener" userId="b3580cb7-15ad-4c2f-be10-30939a475464" providerId="ADAL" clId="{36612FA6-6914-4267-9ADB-97F4291D668E}" dt="2026-09-18T13:58:01.019" v="2119"/>
        <pc:sldMkLst>
          <pc:docMk/>
          <pc:sldMk cId="696139796" sldId="267"/>
        </pc:sldMkLst>
        <pc:spChg chg="mod">
          <ac:chgData name="Niko Kläsener" userId="b3580cb7-15ad-4c2f-be10-30939a475464" providerId="ADAL" clId="{36612FA6-6914-4267-9ADB-97F4291D668E}" dt="2026-09-14T18:40:40.102" v="1253" actId="20577"/>
          <ac:spMkLst>
            <pc:docMk/>
            <pc:sldMk cId="696139796" sldId="267"/>
            <ac:spMk id="2" creationId="{DD0F7CA3-4BEF-D2DD-9246-8A0FD910A7C0}"/>
          </ac:spMkLst>
        </pc:spChg>
        <pc:spChg chg="mod">
          <ac:chgData name="Niko Kläsener" userId="b3580cb7-15ad-4c2f-be10-30939a475464" providerId="ADAL" clId="{36612FA6-6914-4267-9ADB-97F4291D668E}" dt="2026-09-17T15:12:42.193" v="2030" actId="20577"/>
          <ac:spMkLst>
            <pc:docMk/>
            <pc:sldMk cId="696139796" sldId="267"/>
            <ac:spMk id="4" creationId="{28BB6C10-A56C-AD12-87F4-EE80753C27BA}"/>
          </ac:spMkLst>
        </pc:spChg>
        <pc:spChg chg="add del mod">
          <ac:chgData name="Niko Kläsener" userId="b3580cb7-15ad-4c2f-be10-30939a475464" providerId="ADAL" clId="{36612FA6-6914-4267-9ADB-97F4291D668E}" dt="2026-09-17T13:49:27.695" v="1752" actId="12084"/>
          <ac:spMkLst>
            <pc:docMk/>
            <pc:sldMk cId="696139796" sldId="267"/>
            <ac:spMk id="9" creationId="{A7C80323-C13D-13ED-2FDA-A7F75F068F30}"/>
          </ac:spMkLst>
        </pc:spChg>
        <pc:spChg chg="add del mod">
          <ac:chgData name="Niko Kläsener" userId="b3580cb7-15ad-4c2f-be10-30939a475464" providerId="ADAL" clId="{36612FA6-6914-4267-9ADB-97F4291D668E}" dt="2026-09-17T15:04:27.597" v="1924" actId="255"/>
          <ac:spMkLst>
            <pc:docMk/>
            <pc:sldMk cId="696139796" sldId="267"/>
            <ac:spMk id="11" creationId="{706762E9-3211-EA84-D450-CD440470598D}"/>
          </ac:spMkLst>
        </pc:spChg>
        <pc:graphicFrameChg chg="add mod">
          <ac:chgData name="Niko Kläsener" userId="b3580cb7-15ad-4c2f-be10-30939a475464" providerId="ADAL" clId="{36612FA6-6914-4267-9ADB-97F4291D668E}" dt="2026-09-17T13:48:59.257" v="1745" actId="12084"/>
          <ac:graphicFrameMkLst>
            <pc:docMk/>
            <pc:sldMk cId="696139796" sldId="267"/>
            <ac:graphicFrameMk id="3" creationId="{142F8449-3CA4-7D98-FB67-7F0646D4A5E1}"/>
          </ac:graphicFrameMkLst>
        </pc:graphicFrameChg>
        <pc:graphicFrameChg chg="add mod">
          <ac:chgData name="Niko Kläsener" userId="b3580cb7-15ad-4c2f-be10-30939a475464" providerId="ADAL" clId="{36612FA6-6914-4267-9ADB-97F4291D668E}" dt="2026-09-17T13:49:09.513" v="1747" actId="12084"/>
          <ac:graphicFrameMkLst>
            <pc:docMk/>
            <pc:sldMk cId="696139796" sldId="267"/>
            <ac:graphicFrameMk id="7" creationId="{7D28E827-4D16-DDAC-0B9C-37B5D6FA0633}"/>
          </ac:graphicFrameMkLst>
        </pc:graphicFrameChg>
        <pc:graphicFrameChg chg="add mod">
          <ac:chgData name="Niko Kläsener" userId="b3580cb7-15ad-4c2f-be10-30939a475464" providerId="ADAL" clId="{36612FA6-6914-4267-9ADB-97F4291D668E}" dt="2026-09-18T13:58:01.019" v="2119"/>
          <ac:graphicFrameMkLst>
            <pc:docMk/>
            <pc:sldMk cId="696139796" sldId="267"/>
            <ac:graphicFrameMk id="12" creationId="{D04FEE62-EF6D-1D1F-E1E9-F99C2781BF60}"/>
          </ac:graphicFrameMkLst>
        </pc:graphicFrameChg>
        <pc:picChg chg="add mod ord">
          <ac:chgData name="Niko Kläsener" userId="b3580cb7-15ad-4c2f-be10-30939a475464" providerId="ADAL" clId="{36612FA6-6914-4267-9ADB-97F4291D668E}" dt="2026-09-14T18:42:00.933" v="1263" actId="1076"/>
          <ac:picMkLst>
            <pc:docMk/>
            <pc:sldMk cId="696139796" sldId="267"/>
            <ac:picMk id="10" creationId="{2056E24A-DA2B-C30B-5D47-1CECCC59539E}"/>
          </ac:picMkLst>
        </pc:picChg>
      </pc:sldChg>
      <pc:sldChg chg="addSp delSp modSp add mod ord">
        <pc:chgData name="Niko Kläsener" userId="b3580cb7-15ad-4c2f-be10-30939a475464" providerId="ADAL" clId="{36612FA6-6914-4267-9ADB-97F4291D668E}" dt="2026-09-18T13:52:43.051" v="2074"/>
        <pc:sldMkLst>
          <pc:docMk/>
          <pc:sldMk cId="973003658" sldId="268"/>
        </pc:sldMkLst>
        <pc:spChg chg="mod">
          <ac:chgData name="Niko Kläsener" userId="b3580cb7-15ad-4c2f-be10-30939a475464" providerId="ADAL" clId="{36612FA6-6914-4267-9ADB-97F4291D668E}" dt="2026-09-18T13:52:43.051" v="2074"/>
          <ac:spMkLst>
            <pc:docMk/>
            <pc:sldMk cId="973003658" sldId="268"/>
            <ac:spMk id="2" creationId="{81A40C81-ADEC-40B6-5832-A75E84E2C63F}"/>
          </ac:spMkLst>
        </pc:spChg>
        <pc:spChg chg="mod">
          <ac:chgData name="Niko Kläsener" userId="b3580cb7-15ad-4c2f-be10-30939a475464" providerId="ADAL" clId="{36612FA6-6914-4267-9ADB-97F4291D668E}" dt="2026-09-17T15:12:48.843" v="2032" actId="20577"/>
          <ac:spMkLst>
            <pc:docMk/>
            <pc:sldMk cId="973003658" sldId="268"/>
            <ac:spMk id="4" creationId="{86D57E7E-9713-1789-0F7A-37FB09E6D39B}"/>
          </ac:spMkLst>
        </pc:spChg>
        <pc:spChg chg="del mod">
          <ac:chgData name="Niko Kläsener" userId="b3580cb7-15ad-4c2f-be10-30939a475464" providerId="ADAL" clId="{36612FA6-6914-4267-9ADB-97F4291D668E}" dt="2026-09-17T13:55:05.829" v="1767" actId="12084"/>
          <ac:spMkLst>
            <pc:docMk/>
            <pc:sldMk cId="973003658" sldId="268"/>
            <ac:spMk id="9" creationId="{766EDA4E-3D01-7E83-C219-62FDED4AD77A}"/>
          </ac:spMkLst>
        </pc:spChg>
        <pc:graphicFrameChg chg="add mod modGraphic">
          <ac:chgData name="Niko Kläsener" userId="b3580cb7-15ad-4c2f-be10-30939a475464" providerId="ADAL" clId="{36612FA6-6914-4267-9ADB-97F4291D668E}" dt="2026-09-18T13:51:46.075" v="2066"/>
          <ac:graphicFrameMkLst>
            <pc:docMk/>
            <pc:sldMk cId="973003658" sldId="268"/>
            <ac:graphicFrameMk id="3" creationId="{255B9F21-9F26-17ED-7EC5-8349C0537A2E}"/>
          </ac:graphicFrameMkLst>
        </pc:graphicFrameChg>
        <pc:graphicFrameChg chg="modGraphic">
          <ac:chgData name="Niko Kläsener" userId="b3580cb7-15ad-4c2f-be10-30939a475464" providerId="ADAL" clId="{36612FA6-6914-4267-9ADB-97F4291D668E}" dt="2026-09-17T13:49:46.923" v="1755" actId="207"/>
          <ac:graphicFrameMkLst>
            <pc:docMk/>
            <pc:sldMk cId="973003658" sldId="268"/>
            <ac:graphicFrameMk id="11" creationId="{6D209EF6-35F6-D030-FF30-4A613C2FDA09}"/>
          </ac:graphicFrameMkLst>
        </pc:graphicFrameChg>
        <pc:picChg chg="mod">
          <ac:chgData name="Niko Kläsener" userId="b3580cb7-15ad-4c2f-be10-30939a475464" providerId="ADAL" clId="{36612FA6-6914-4267-9ADB-97F4291D668E}" dt="2026-09-14T18:59:57.790" v="1381" actId="14826"/>
          <ac:picMkLst>
            <pc:docMk/>
            <pc:sldMk cId="973003658" sldId="268"/>
            <ac:picMk id="8" creationId="{4AAD8893-E693-B499-F074-0B2D845E315C}"/>
          </ac:picMkLst>
        </pc:picChg>
      </pc:sldChg>
      <pc:sldChg chg="addSp delSp modSp new mod">
        <pc:chgData name="Niko Kläsener" userId="b3580cb7-15ad-4c2f-be10-30939a475464" providerId="ADAL" clId="{36612FA6-6914-4267-9ADB-97F4291D668E}" dt="2026-09-18T13:52:50.039" v="2076"/>
        <pc:sldMkLst>
          <pc:docMk/>
          <pc:sldMk cId="3861098558" sldId="269"/>
        </pc:sldMkLst>
        <pc:spChg chg="mod">
          <ac:chgData name="Niko Kläsener" userId="b3580cb7-15ad-4c2f-be10-30939a475464" providerId="ADAL" clId="{36612FA6-6914-4267-9ADB-97F4291D668E}" dt="2026-09-18T13:52:50.039" v="2076"/>
          <ac:spMkLst>
            <pc:docMk/>
            <pc:sldMk cId="3861098558" sldId="269"/>
            <ac:spMk id="2" creationId="{AC5B57EE-7457-83E9-1E40-931260008F3F}"/>
          </ac:spMkLst>
        </pc:spChg>
        <pc:spChg chg="mod">
          <ac:chgData name="Niko Kläsener" userId="b3580cb7-15ad-4c2f-be10-30939a475464" providerId="ADAL" clId="{36612FA6-6914-4267-9ADB-97F4291D668E}" dt="2026-09-17T15:12:53.702" v="2034" actId="20577"/>
          <ac:spMkLst>
            <pc:docMk/>
            <pc:sldMk cId="3861098558" sldId="269"/>
            <ac:spMk id="4" creationId="{853B54F8-FE28-B11C-593A-F0701DE62A52}"/>
          </ac:spMkLst>
        </pc:spChg>
        <pc:spChg chg="add mod">
          <ac:chgData name="Niko Kläsener" userId="b3580cb7-15ad-4c2f-be10-30939a475464" providerId="ADAL" clId="{36612FA6-6914-4267-9ADB-97F4291D668E}" dt="2026-09-17T15:04:48.571" v="1927" actId="255"/>
          <ac:spMkLst>
            <pc:docMk/>
            <pc:sldMk cId="3861098558" sldId="269"/>
            <ac:spMk id="7" creationId="{701B30F8-D910-D83A-4558-02B2325F0C74}"/>
          </ac:spMkLst>
        </pc:spChg>
        <pc:picChg chg="add mod ord modCrop">
          <ac:chgData name="Niko Kläsener" userId="b3580cb7-15ad-4c2f-be10-30939a475464" providerId="ADAL" clId="{36612FA6-6914-4267-9ADB-97F4291D668E}" dt="2026-09-17T14:24:06.802" v="1804" actId="18131"/>
          <ac:picMkLst>
            <pc:docMk/>
            <pc:sldMk cId="3861098558" sldId="269"/>
            <ac:picMk id="8" creationId="{E3F4830E-54B1-B70A-3EF9-6F7958F47C93}"/>
          </ac:picMkLst>
        </pc:picChg>
      </pc:sldChg>
      <pc:sldChg chg="modSp new del mod">
        <pc:chgData name="Niko Kläsener" userId="b3580cb7-15ad-4c2f-be10-30939a475464" providerId="ADAL" clId="{36612FA6-6914-4267-9ADB-97F4291D668E}" dt="2026-09-17T13:40:52.209" v="1714" actId="47"/>
        <pc:sldMkLst>
          <pc:docMk/>
          <pc:sldMk cId="1748399334" sldId="270"/>
        </pc:sldMkLst>
      </pc:sldChg>
      <pc:sldChg chg="addSp delSp modSp new mod">
        <pc:chgData name="Niko Kläsener" userId="b3580cb7-15ad-4c2f-be10-30939a475464" providerId="ADAL" clId="{36612FA6-6914-4267-9ADB-97F4291D668E}" dt="2026-09-17T15:12:58.517" v="2036" actId="20577"/>
        <pc:sldMkLst>
          <pc:docMk/>
          <pc:sldMk cId="1818943243" sldId="271"/>
        </pc:sldMkLst>
        <pc:spChg chg="mod">
          <ac:chgData name="Niko Kläsener" userId="b3580cb7-15ad-4c2f-be10-30939a475464" providerId="ADAL" clId="{36612FA6-6914-4267-9ADB-97F4291D668E}" dt="2026-09-17T13:40:50.205" v="1713"/>
          <ac:spMkLst>
            <pc:docMk/>
            <pc:sldMk cId="1818943243" sldId="271"/>
            <ac:spMk id="2" creationId="{8F64A94F-C1B8-95A1-39A8-EA31E3675A64}"/>
          </ac:spMkLst>
        </pc:spChg>
        <pc:spChg chg="mod">
          <ac:chgData name="Niko Kläsener" userId="b3580cb7-15ad-4c2f-be10-30939a475464" providerId="ADAL" clId="{36612FA6-6914-4267-9ADB-97F4291D668E}" dt="2026-09-17T15:12:58.517" v="2036" actId="20577"/>
          <ac:spMkLst>
            <pc:docMk/>
            <pc:sldMk cId="1818943243" sldId="271"/>
            <ac:spMk id="4" creationId="{0E0D9B3B-9D9C-CE92-EF6B-EE1062C4A05A}"/>
          </ac:spMkLst>
        </pc:spChg>
        <pc:spChg chg="add del mod">
          <ac:chgData name="Niko Kläsener" userId="b3580cb7-15ad-4c2f-be10-30939a475464" providerId="ADAL" clId="{36612FA6-6914-4267-9ADB-97F4291D668E}" dt="2026-09-17T13:49:58.931" v="1756" actId="12084"/>
          <ac:spMkLst>
            <pc:docMk/>
            <pc:sldMk cId="1818943243" sldId="271"/>
            <ac:spMk id="7" creationId="{D62C3875-37B3-2B1E-EA9C-B55DD689D534}"/>
          </ac:spMkLst>
        </pc:spChg>
        <pc:spChg chg="add mod">
          <ac:chgData name="Niko Kläsener" userId="b3580cb7-15ad-4c2f-be10-30939a475464" providerId="ADAL" clId="{36612FA6-6914-4267-9ADB-97F4291D668E}" dt="2026-09-17T15:04:58.017" v="1928" actId="255"/>
          <ac:spMkLst>
            <pc:docMk/>
            <pc:sldMk cId="1818943243" sldId="271"/>
            <ac:spMk id="14" creationId="{0051257A-525A-7C31-4519-1A772ECBA502}"/>
          </ac:spMkLst>
        </pc:spChg>
        <pc:graphicFrameChg chg="add mod">
          <ac:chgData name="Niko Kläsener" userId="b3580cb7-15ad-4c2f-be10-30939a475464" providerId="ADAL" clId="{36612FA6-6914-4267-9ADB-97F4291D668E}" dt="2026-09-17T13:49:58.931" v="1756" actId="12084"/>
          <ac:graphicFrameMkLst>
            <pc:docMk/>
            <pc:sldMk cId="1818943243" sldId="271"/>
            <ac:graphicFrameMk id="9" creationId="{27734C89-A787-208E-621B-1DBE9678B477}"/>
          </ac:graphicFrameMkLst>
        </pc:graphicFrameChg>
        <pc:picChg chg="add mod ord">
          <ac:chgData name="Niko Kläsener" userId="b3580cb7-15ad-4c2f-be10-30939a475464" providerId="ADAL" clId="{36612FA6-6914-4267-9ADB-97F4291D668E}" dt="2026-09-17T13:39:44.759" v="1705" actId="1076"/>
          <ac:picMkLst>
            <pc:docMk/>
            <pc:sldMk cId="1818943243" sldId="271"/>
            <ac:picMk id="8" creationId="{4304C65F-AB07-E18C-6470-B9ED1F39F4FA}"/>
          </ac:picMkLst>
        </pc:picChg>
        <pc:picChg chg="add mod">
          <ac:chgData name="Niko Kläsener" userId="b3580cb7-15ad-4c2f-be10-30939a475464" providerId="ADAL" clId="{36612FA6-6914-4267-9ADB-97F4291D668E}" dt="2026-09-17T13:39:37.040" v="1704" actId="1036"/>
          <ac:picMkLst>
            <pc:docMk/>
            <pc:sldMk cId="1818943243" sldId="271"/>
            <ac:picMk id="12" creationId="{1D1AA11D-E16B-CBF3-B844-24ED93224883}"/>
          </ac:picMkLst>
        </pc:picChg>
      </pc:sldChg>
      <pc:sldChg chg="addSp delSp modSp add mod ord">
        <pc:chgData name="Niko Kläsener" userId="b3580cb7-15ad-4c2f-be10-30939a475464" providerId="ADAL" clId="{36612FA6-6914-4267-9ADB-97F4291D668E}" dt="2026-09-18T13:52:57.833" v="2078"/>
        <pc:sldMkLst>
          <pc:docMk/>
          <pc:sldMk cId="1339641369" sldId="272"/>
        </pc:sldMkLst>
        <pc:spChg chg="mod">
          <ac:chgData name="Niko Kläsener" userId="b3580cb7-15ad-4c2f-be10-30939a475464" providerId="ADAL" clId="{36612FA6-6914-4267-9ADB-97F4291D668E}" dt="2026-09-18T13:52:57.833" v="2078"/>
          <ac:spMkLst>
            <pc:docMk/>
            <pc:sldMk cId="1339641369" sldId="272"/>
            <ac:spMk id="2" creationId="{68ABF7EA-04BA-6D6E-7BAF-812013B41F6C}"/>
          </ac:spMkLst>
        </pc:spChg>
        <pc:spChg chg="mod">
          <ac:chgData name="Niko Kläsener" userId="b3580cb7-15ad-4c2f-be10-30939a475464" providerId="ADAL" clId="{36612FA6-6914-4267-9ADB-97F4291D668E}" dt="2026-09-17T15:13:03.469" v="2038" actId="20577"/>
          <ac:spMkLst>
            <pc:docMk/>
            <pc:sldMk cId="1339641369" sldId="272"/>
            <ac:spMk id="4" creationId="{2A5DCB6B-4AA5-B318-3B63-90DFDEF3BB83}"/>
          </ac:spMkLst>
        </pc:spChg>
        <pc:spChg chg="del mod">
          <ac:chgData name="Niko Kläsener" userId="b3580cb7-15ad-4c2f-be10-30939a475464" providerId="ADAL" clId="{36612FA6-6914-4267-9ADB-97F4291D668E}" dt="2026-09-17T13:50:25.743" v="1762" actId="12084"/>
          <ac:spMkLst>
            <pc:docMk/>
            <pc:sldMk cId="1339641369" sldId="272"/>
            <ac:spMk id="9" creationId="{E590C6BA-01F3-91DA-8BFA-6740D77CAA7C}"/>
          </ac:spMkLst>
        </pc:spChg>
        <pc:graphicFrameChg chg="add mod modGraphic">
          <ac:chgData name="Niko Kläsener" userId="b3580cb7-15ad-4c2f-be10-30939a475464" providerId="ADAL" clId="{36612FA6-6914-4267-9ADB-97F4291D668E}" dt="2026-09-18T13:51:36.427" v="2064"/>
          <ac:graphicFrameMkLst>
            <pc:docMk/>
            <pc:sldMk cId="1339641369" sldId="272"/>
            <ac:graphicFrameMk id="3" creationId="{7A96C102-9AD9-A9E6-BD94-82C5B7F8ADD0}"/>
          </ac:graphicFrameMkLst>
        </pc:graphicFrameChg>
        <pc:graphicFrameChg chg="mod modGraphic">
          <ac:chgData name="Niko Kläsener" userId="b3580cb7-15ad-4c2f-be10-30939a475464" providerId="ADAL" clId="{36612FA6-6914-4267-9ADB-97F4291D668E}" dt="2026-09-17T15:05:08.957" v="1929" actId="1076"/>
          <ac:graphicFrameMkLst>
            <pc:docMk/>
            <pc:sldMk cId="1339641369" sldId="272"/>
            <ac:graphicFrameMk id="11" creationId="{052FA269-73AD-B4E2-6E17-CD9B9D936B8E}"/>
          </ac:graphicFrameMkLst>
        </pc:graphicFrameChg>
        <pc:picChg chg="mod">
          <ac:chgData name="Niko Kläsener" userId="b3580cb7-15ad-4c2f-be10-30939a475464" providerId="ADAL" clId="{36612FA6-6914-4267-9ADB-97F4291D668E}" dt="2026-09-18T13:46:21.089" v="2056" actId="14826"/>
          <ac:picMkLst>
            <pc:docMk/>
            <pc:sldMk cId="1339641369" sldId="272"/>
            <ac:picMk id="8" creationId="{05E47C3E-F1F1-901D-8697-733A0A329B0B}"/>
          </ac:picMkLst>
        </pc:picChg>
      </pc:sldChg>
      <pc:sldChg chg="addSp delSp modSp add mod">
        <pc:chgData name="Niko Kläsener" userId="b3580cb7-15ad-4c2f-be10-30939a475464" providerId="ADAL" clId="{36612FA6-6914-4267-9ADB-97F4291D668E}" dt="2026-09-18T13:53:03.933" v="2080"/>
        <pc:sldMkLst>
          <pc:docMk/>
          <pc:sldMk cId="90835972" sldId="273"/>
        </pc:sldMkLst>
        <pc:spChg chg="mod">
          <ac:chgData name="Niko Kläsener" userId="b3580cb7-15ad-4c2f-be10-30939a475464" providerId="ADAL" clId="{36612FA6-6914-4267-9ADB-97F4291D668E}" dt="2026-09-18T13:53:03.933" v="2080"/>
          <ac:spMkLst>
            <pc:docMk/>
            <pc:sldMk cId="90835972" sldId="273"/>
            <ac:spMk id="2" creationId="{1881E2C0-1A80-4F39-E88D-3D41E1E68DE0}"/>
          </ac:spMkLst>
        </pc:spChg>
        <pc:spChg chg="mod">
          <ac:chgData name="Niko Kläsener" userId="b3580cb7-15ad-4c2f-be10-30939a475464" providerId="ADAL" clId="{36612FA6-6914-4267-9ADB-97F4291D668E}" dt="2026-09-17T15:13:08.054" v="2040" actId="20577"/>
          <ac:spMkLst>
            <pc:docMk/>
            <pc:sldMk cId="90835972" sldId="273"/>
            <ac:spMk id="4" creationId="{95CD765E-AF94-B5D2-4F3F-B776DD555F9F}"/>
          </ac:spMkLst>
        </pc:spChg>
        <pc:spChg chg="add del mod">
          <ac:chgData name="Niko Kläsener" userId="b3580cb7-15ad-4c2f-be10-30939a475464" providerId="ADAL" clId="{36612FA6-6914-4267-9ADB-97F4291D668E}" dt="2026-09-17T14:35:00.190" v="1846" actId="478"/>
          <ac:spMkLst>
            <pc:docMk/>
            <pc:sldMk cId="90835972" sldId="273"/>
            <ac:spMk id="14" creationId="{D42B9F85-4ABC-5DF1-5210-B286900D5C09}"/>
          </ac:spMkLst>
        </pc:spChg>
        <pc:picChg chg="add mod">
          <ac:chgData name="Niko Kläsener" userId="b3580cb7-15ad-4c2f-be10-30939a475464" providerId="ADAL" clId="{36612FA6-6914-4267-9ADB-97F4291D668E}" dt="2026-09-17T17:35:21.574" v="2050" actId="1076"/>
          <ac:picMkLst>
            <pc:docMk/>
            <pc:sldMk cId="90835972" sldId="273"/>
            <ac:picMk id="7" creationId="{B3AE9FE8-ACDD-B59C-BDEB-528B2C7A6C8C}"/>
          </ac:picMkLst>
        </pc:picChg>
        <pc:picChg chg="add mod">
          <ac:chgData name="Niko Kläsener" userId="b3580cb7-15ad-4c2f-be10-30939a475464" providerId="ADAL" clId="{36612FA6-6914-4267-9ADB-97F4291D668E}" dt="2026-09-17T17:35:09.171" v="2047" actId="14100"/>
          <ac:picMkLst>
            <pc:docMk/>
            <pc:sldMk cId="90835972" sldId="273"/>
            <ac:picMk id="12" creationId="{66C614A6-DC14-F5EF-7205-A48BEA5387EF}"/>
          </ac:picMkLst>
        </pc:picChg>
      </pc:sldChg>
      <pc:sldChg chg="addSp delSp modSp new mod">
        <pc:chgData name="Niko Kläsener" userId="b3580cb7-15ad-4c2f-be10-30939a475464" providerId="ADAL" clId="{36612FA6-6914-4267-9ADB-97F4291D668E}" dt="2026-09-18T14:03:12.497" v="2125"/>
        <pc:sldMkLst>
          <pc:docMk/>
          <pc:sldMk cId="1662990142" sldId="274"/>
        </pc:sldMkLst>
        <pc:spChg chg="mod">
          <ac:chgData name="Niko Kläsener" userId="b3580cb7-15ad-4c2f-be10-30939a475464" providerId="ADAL" clId="{36612FA6-6914-4267-9ADB-97F4291D668E}" dt="2026-09-16T15:57:08.521" v="1669" actId="108"/>
          <ac:spMkLst>
            <pc:docMk/>
            <pc:sldMk cId="1662990142" sldId="274"/>
            <ac:spMk id="2" creationId="{807BE1BE-03F3-3DB1-60E6-5F7BAD0991C9}"/>
          </ac:spMkLst>
        </pc:spChg>
        <pc:spChg chg="del mod">
          <ac:chgData name="Niko Kläsener" userId="b3580cb7-15ad-4c2f-be10-30939a475464" providerId="ADAL" clId="{36612FA6-6914-4267-9ADB-97F4291D668E}" dt="2026-09-17T14:35:28.425" v="1854" actId="12084"/>
          <ac:spMkLst>
            <pc:docMk/>
            <pc:sldMk cId="1662990142" sldId="274"/>
            <ac:spMk id="3" creationId="{DDAA7290-4C98-BF9F-C096-F42775DB4442}"/>
          </ac:spMkLst>
        </pc:spChg>
        <pc:spChg chg="mod">
          <ac:chgData name="Niko Kläsener" userId="b3580cb7-15ad-4c2f-be10-30939a475464" providerId="ADAL" clId="{36612FA6-6914-4267-9ADB-97F4291D668E}" dt="2026-09-17T15:13:12.447" v="2042" actId="20577"/>
          <ac:spMkLst>
            <pc:docMk/>
            <pc:sldMk cId="1662990142" sldId="274"/>
            <ac:spMk id="4" creationId="{941E886E-9E2E-5020-2399-C4884964CB51}"/>
          </ac:spMkLst>
        </pc:spChg>
        <pc:graphicFrameChg chg="add mod modGraphic">
          <ac:chgData name="Niko Kläsener" userId="b3580cb7-15ad-4c2f-be10-30939a475464" providerId="ADAL" clId="{36612FA6-6914-4267-9ADB-97F4291D668E}" dt="2026-09-18T14:03:12.497" v="2125"/>
          <ac:graphicFrameMkLst>
            <pc:docMk/>
            <pc:sldMk cId="1662990142" sldId="274"/>
            <ac:graphicFrameMk id="7" creationId="{0B9B4E39-3BFC-C8B8-21D6-BCCB042D97A5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780854-FC71-49B5-9FCD-E92F3C205E7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4C9AB82B-C571-4B0D-B6D5-469B28A1C97B}">
      <dgm:prSet/>
      <dgm:spPr/>
      <dgm:t>
        <a:bodyPr/>
        <a:lstStyle/>
        <a:p>
          <a:r>
            <a:rPr lang="de-DE" dirty="0"/>
            <a:t>Advantages </a:t>
          </a:r>
          <a:r>
            <a:rPr lang="de-DE" dirty="0" err="1"/>
            <a:t>compared</a:t>
          </a:r>
          <a:r>
            <a:rPr lang="de-DE" dirty="0"/>
            <a:t> to Deep Q-Learning:</a:t>
          </a:r>
        </a:p>
      </dgm:t>
    </dgm:pt>
    <dgm:pt modelId="{E083BC59-3242-40BC-9B84-6F1789DD61A0}" type="parTrans" cxnId="{797A3275-51E3-4B31-8F63-C096F68A5AC7}">
      <dgm:prSet/>
      <dgm:spPr/>
      <dgm:t>
        <a:bodyPr/>
        <a:lstStyle/>
        <a:p>
          <a:endParaRPr lang="de-DE"/>
        </a:p>
      </dgm:t>
    </dgm:pt>
    <dgm:pt modelId="{12135C43-7F80-4E2D-99F3-8F02A32D1F00}" type="sibTrans" cxnId="{797A3275-51E3-4B31-8F63-C096F68A5AC7}">
      <dgm:prSet/>
      <dgm:spPr/>
      <dgm:t>
        <a:bodyPr/>
        <a:lstStyle/>
        <a:p>
          <a:endParaRPr lang="de-DE"/>
        </a:p>
      </dgm:t>
    </dgm:pt>
    <dgm:pt modelId="{9DBF85B2-2352-4EB7-BE04-100A3D743513}">
      <dgm:prSet/>
      <dgm:spPr/>
      <dgm:t>
        <a:bodyPr/>
        <a:lstStyle/>
        <a:p>
          <a:r>
            <a:rPr lang="de-DE" dirty="0" err="1"/>
            <a:t>Convergence</a:t>
          </a:r>
          <a:r>
            <a:rPr lang="de-DE" dirty="0"/>
            <a:t> </a:t>
          </a:r>
          <a:r>
            <a:rPr lang="de-DE" dirty="0" err="1"/>
            <a:t>guarantee</a:t>
          </a:r>
          <a:r>
            <a:rPr lang="de-DE" dirty="0"/>
            <a:t> for finite MDPs</a:t>
          </a:r>
        </a:p>
      </dgm:t>
    </dgm:pt>
    <dgm:pt modelId="{DA1C658B-1139-4C05-AF6B-FED7CBDD67FA}" type="parTrans" cxnId="{12A37A2C-EBC1-4E39-AA26-25A2272AF025}">
      <dgm:prSet/>
      <dgm:spPr/>
      <dgm:t>
        <a:bodyPr/>
        <a:lstStyle/>
        <a:p>
          <a:endParaRPr lang="de-DE"/>
        </a:p>
      </dgm:t>
    </dgm:pt>
    <dgm:pt modelId="{D8B1D14B-12CD-44C0-AECE-F7A8E768CE4A}" type="sibTrans" cxnId="{12A37A2C-EBC1-4E39-AA26-25A2272AF025}">
      <dgm:prSet/>
      <dgm:spPr/>
      <dgm:t>
        <a:bodyPr/>
        <a:lstStyle/>
        <a:p>
          <a:endParaRPr lang="de-DE"/>
        </a:p>
      </dgm:t>
    </dgm:pt>
    <dgm:pt modelId="{7815B5BF-F2F8-4932-879B-C272E59E5287}">
      <dgm:prSet/>
      <dgm:spPr/>
      <dgm:t>
        <a:bodyPr/>
        <a:lstStyle/>
        <a:p>
          <a:r>
            <a:rPr lang="de-DE"/>
            <a:t>No forgetting of past conditions</a:t>
          </a:r>
        </a:p>
      </dgm:t>
    </dgm:pt>
    <dgm:pt modelId="{D211A613-CC57-4C9D-AD57-8E144F8AAB5E}" type="parTrans" cxnId="{6CA797F8-CCC7-49DD-974A-5C1DEFE6AC97}">
      <dgm:prSet/>
      <dgm:spPr/>
      <dgm:t>
        <a:bodyPr/>
        <a:lstStyle/>
        <a:p>
          <a:endParaRPr lang="de-DE"/>
        </a:p>
      </dgm:t>
    </dgm:pt>
    <dgm:pt modelId="{4F256917-6FBE-4382-A2E8-99764CE7D617}" type="sibTrans" cxnId="{6CA797F8-CCC7-49DD-974A-5C1DEFE6AC97}">
      <dgm:prSet/>
      <dgm:spPr/>
      <dgm:t>
        <a:bodyPr/>
        <a:lstStyle/>
        <a:p>
          <a:endParaRPr lang="de-DE"/>
        </a:p>
      </dgm:t>
    </dgm:pt>
    <dgm:pt modelId="{9BD1D107-6974-4915-A8D2-0DF46913D453}">
      <dgm:prSet/>
      <dgm:spPr/>
      <dgm:t>
        <a:bodyPr/>
        <a:lstStyle/>
        <a:p>
          <a:r>
            <a:rPr lang="de-DE"/>
            <a:t>100% transparency</a:t>
          </a:r>
        </a:p>
      </dgm:t>
    </dgm:pt>
    <dgm:pt modelId="{A8C7FA68-DAFE-4144-A48F-667C36F24A85}" type="parTrans" cxnId="{4563D507-9602-400A-8645-79ACBBF46C4F}">
      <dgm:prSet/>
      <dgm:spPr/>
      <dgm:t>
        <a:bodyPr/>
        <a:lstStyle/>
        <a:p>
          <a:endParaRPr lang="de-DE"/>
        </a:p>
      </dgm:t>
    </dgm:pt>
    <dgm:pt modelId="{83C7CD64-2983-4B25-8FE9-4F8C0215EF12}" type="sibTrans" cxnId="{4563D507-9602-400A-8645-79ACBBF46C4F}">
      <dgm:prSet/>
      <dgm:spPr/>
      <dgm:t>
        <a:bodyPr/>
        <a:lstStyle/>
        <a:p>
          <a:endParaRPr lang="de-DE"/>
        </a:p>
      </dgm:t>
    </dgm:pt>
    <dgm:pt modelId="{B88248EE-9C9C-43B0-A32B-451B84E84EDD}" type="pres">
      <dgm:prSet presAssocID="{40780854-FC71-49B5-9FCD-E92F3C205E7C}" presName="linear" presStyleCnt="0">
        <dgm:presLayoutVars>
          <dgm:animLvl val="lvl"/>
          <dgm:resizeHandles val="exact"/>
        </dgm:presLayoutVars>
      </dgm:prSet>
      <dgm:spPr/>
    </dgm:pt>
    <dgm:pt modelId="{E2FBEDF4-810B-4FE3-B7E7-6632A12C5686}" type="pres">
      <dgm:prSet presAssocID="{4C9AB82B-C571-4B0D-B6D5-469B28A1C97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D403EC9-1223-4A37-AA2C-19D05D3D8DB2}" type="pres">
      <dgm:prSet presAssocID="{4C9AB82B-C571-4B0D-B6D5-469B28A1C97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563D507-9602-400A-8645-79ACBBF46C4F}" srcId="{4C9AB82B-C571-4B0D-B6D5-469B28A1C97B}" destId="{9BD1D107-6974-4915-A8D2-0DF46913D453}" srcOrd="2" destOrd="0" parTransId="{A8C7FA68-DAFE-4144-A48F-667C36F24A85}" sibTransId="{83C7CD64-2983-4B25-8FE9-4F8C0215EF12}"/>
    <dgm:cxn modelId="{12A37A2C-EBC1-4E39-AA26-25A2272AF025}" srcId="{4C9AB82B-C571-4B0D-B6D5-469B28A1C97B}" destId="{9DBF85B2-2352-4EB7-BE04-100A3D743513}" srcOrd="0" destOrd="0" parTransId="{DA1C658B-1139-4C05-AF6B-FED7CBDD67FA}" sibTransId="{D8B1D14B-12CD-44C0-AECE-F7A8E768CE4A}"/>
    <dgm:cxn modelId="{4EA5A631-769E-413A-9F5E-19D096DA96B1}" type="presOf" srcId="{9BD1D107-6974-4915-A8D2-0DF46913D453}" destId="{7D403EC9-1223-4A37-AA2C-19D05D3D8DB2}" srcOrd="0" destOrd="2" presId="urn:microsoft.com/office/officeart/2005/8/layout/vList2"/>
    <dgm:cxn modelId="{797A3275-51E3-4B31-8F63-C096F68A5AC7}" srcId="{40780854-FC71-49B5-9FCD-E92F3C205E7C}" destId="{4C9AB82B-C571-4B0D-B6D5-469B28A1C97B}" srcOrd="0" destOrd="0" parTransId="{E083BC59-3242-40BC-9B84-6F1789DD61A0}" sibTransId="{12135C43-7F80-4E2D-99F3-8F02A32D1F00}"/>
    <dgm:cxn modelId="{16246D59-3813-4CF8-AB84-3B18CBA3ADF5}" type="presOf" srcId="{4C9AB82B-C571-4B0D-B6D5-469B28A1C97B}" destId="{E2FBEDF4-810B-4FE3-B7E7-6632A12C5686}" srcOrd="0" destOrd="0" presId="urn:microsoft.com/office/officeart/2005/8/layout/vList2"/>
    <dgm:cxn modelId="{667D0AB4-6DD9-4BC3-A483-26011EA6C8BC}" type="presOf" srcId="{40780854-FC71-49B5-9FCD-E92F3C205E7C}" destId="{B88248EE-9C9C-43B0-A32B-451B84E84EDD}" srcOrd="0" destOrd="0" presId="urn:microsoft.com/office/officeart/2005/8/layout/vList2"/>
    <dgm:cxn modelId="{7017EDBE-5448-46BF-8A32-C8FDBEA708EB}" type="presOf" srcId="{9DBF85B2-2352-4EB7-BE04-100A3D743513}" destId="{7D403EC9-1223-4A37-AA2C-19D05D3D8DB2}" srcOrd="0" destOrd="0" presId="urn:microsoft.com/office/officeart/2005/8/layout/vList2"/>
    <dgm:cxn modelId="{7314F0D8-08A5-4462-AC02-AE80D949CAE3}" type="presOf" srcId="{7815B5BF-F2F8-4932-879B-C272E59E5287}" destId="{7D403EC9-1223-4A37-AA2C-19D05D3D8DB2}" srcOrd="0" destOrd="1" presId="urn:microsoft.com/office/officeart/2005/8/layout/vList2"/>
    <dgm:cxn modelId="{6CA797F8-CCC7-49DD-974A-5C1DEFE6AC97}" srcId="{4C9AB82B-C571-4B0D-B6D5-469B28A1C97B}" destId="{7815B5BF-F2F8-4932-879B-C272E59E5287}" srcOrd="1" destOrd="0" parTransId="{D211A613-CC57-4C9D-AD57-8E144F8AAB5E}" sibTransId="{4F256917-6FBE-4382-A2E8-99764CE7D617}"/>
    <dgm:cxn modelId="{11EDD2F5-AA69-488F-85D1-8878FCD31E42}" type="presParOf" srcId="{B88248EE-9C9C-43B0-A32B-451B84E84EDD}" destId="{E2FBEDF4-810B-4FE3-B7E7-6632A12C5686}" srcOrd="0" destOrd="0" presId="urn:microsoft.com/office/officeart/2005/8/layout/vList2"/>
    <dgm:cxn modelId="{AAC10A9B-CE43-4633-9A73-E2A8AC346A51}" type="presParOf" srcId="{B88248EE-9C9C-43B0-A32B-451B84E84EDD}" destId="{7D403EC9-1223-4A37-AA2C-19D05D3D8DB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1265CE-BABD-4C86-8628-DA289D442B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803B2925-901F-4C9A-AB2B-75060540A19A}">
      <dgm:prSet/>
      <dgm:spPr/>
      <dgm:t>
        <a:bodyPr/>
        <a:lstStyle/>
        <a:p>
          <a:r>
            <a:rPr lang="de-DE"/>
            <a:t>State Design:</a:t>
          </a:r>
        </a:p>
      </dgm:t>
    </dgm:pt>
    <dgm:pt modelId="{06C9613F-F345-47F1-9FE9-A9051871B4C8}" type="parTrans" cxnId="{2ABD2D77-7EFC-43F4-A72F-9522335806BA}">
      <dgm:prSet/>
      <dgm:spPr/>
      <dgm:t>
        <a:bodyPr/>
        <a:lstStyle/>
        <a:p>
          <a:endParaRPr lang="de-DE"/>
        </a:p>
      </dgm:t>
    </dgm:pt>
    <dgm:pt modelId="{1281BDCF-2EB3-4E67-8814-8C95B441D8D9}" type="sibTrans" cxnId="{2ABD2D77-7EFC-43F4-A72F-9522335806BA}">
      <dgm:prSet/>
      <dgm:spPr/>
      <dgm:t>
        <a:bodyPr/>
        <a:lstStyle/>
        <a:p>
          <a:endParaRPr lang="de-DE"/>
        </a:p>
      </dgm:t>
    </dgm:pt>
    <dgm:pt modelId="{8D36D1C3-05FC-4700-AF83-7A598364D387}">
      <dgm:prSet/>
      <dgm:spPr/>
      <dgm:t>
        <a:bodyPr/>
        <a:lstStyle/>
        <a:p>
          <a:r>
            <a:rPr lang="de-DE"/>
            <a:t>incTyp: 3 [EN; DE; ES]</a:t>
          </a:r>
        </a:p>
      </dgm:t>
    </dgm:pt>
    <dgm:pt modelId="{5D6A162A-A82A-4C76-8C3A-3138909387A0}" type="parTrans" cxnId="{3F8E3FA1-3B2B-4166-A48D-9413726594E9}">
      <dgm:prSet/>
      <dgm:spPr/>
      <dgm:t>
        <a:bodyPr/>
        <a:lstStyle/>
        <a:p>
          <a:endParaRPr lang="de-DE"/>
        </a:p>
      </dgm:t>
    </dgm:pt>
    <dgm:pt modelId="{8E14A818-9F21-4B79-921C-0377951975C9}" type="sibTrans" cxnId="{3F8E3FA1-3B2B-4166-A48D-9413726594E9}">
      <dgm:prSet/>
      <dgm:spPr/>
      <dgm:t>
        <a:bodyPr/>
        <a:lstStyle/>
        <a:p>
          <a:endParaRPr lang="de-DE"/>
        </a:p>
      </dgm:t>
    </dgm:pt>
    <dgm:pt modelId="{7CF849A2-F65A-4DAD-B589-2DF00A7AD3F9}">
      <dgm:prSet/>
      <dgm:spPr/>
      <dgm:t>
        <a:bodyPr/>
        <a:lstStyle/>
        <a:p>
          <a:r>
            <a:rPr lang="de-DE"/>
            <a:t>Buffer1Typ: 4 [empty; EN; DE; ES]</a:t>
          </a:r>
        </a:p>
      </dgm:t>
    </dgm:pt>
    <dgm:pt modelId="{26AB5A82-96D2-468C-A272-C5282FC3F392}" type="parTrans" cxnId="{98A8254E-9F41-4D67-B414-769AFB3347F1}">
      <dgm:prSet/>
      <dgm:spPr/>
      <dgm:t>
        <a:bodyPr/>
        <a:lstStyle/>
        <a:p>
          <a:endParaRPr lang="de-DE"/>
        </a:p>
      </dgm:t>
    </dgm:pt>
    <dgm:pt modelId="{F52415F7-AE91-408C-9782-6039F7A87980}" type="sibTrans" cxnId="{98A8254E-9F41-4D67-B414-769AFB3347F1}">
      <dgm:prSet/>
      <dgm:spPr/>
      <dgm:t>
        <a:bodyPr/>
        <a:lstStyle/>
        <a:p>
          <a:endParaRPr lang="de-DE"/>
        </a:p>
      </dgm:t>
    </dgm:pt>
    <dgm:pt modelId="{A0062F0D-3B4E-4B29-AB7F-E5CBB380E52A}">
      <dgm:prSet/>
      <dgm:spPr/>
      <dgm:t>
        <a:bodyPr/>
        <a:lstStyle/>
        <a:p>
          <a:r>
            <a:rPr lang="de-DE"/>
            <a:t>Buffer2Typ: 4 [empty; EN; DE; ES]</a:t>
          </a:r>
        </a:p>
      </dgm:t>
    </dgm:pt>
    <dgm:pt modelId="{4587E75B-129E-4DC3-8A78-CBF88DDB9B93}" type="parTrans" cxnId="{A407E5A6-3F5A-4F34-938F-9E4ECC0CCDCD}">
      <dgm:prSet/>
      <dgm:spPr/>
      <dgm:t>
        <a:bodyPr/>
        <a:lstStyle/>
        <a:p>
          <a:endParaRPr lang="de-DE"/>
        </a:p>
      </dgm:t>
    </dgm:pt>
    <dgm:pt modelId="{F55EFFAC-6351-4A95-963F-0A31835D3822}" type="sibTrans" cxnId="{A407E5A6-3F5A-4F34-938F-9E4ECC0CCDCD}">
      <dgm:prSet/>
      <dgm:spPr/>
      <dgm:t>
        <a:bodyPr/>
        <a:lstStyle/>
        <a:p>
          <a:endParaRPr lang="de-DE"/>
        </a:p>
      </dgm:t>
    </dgm:pt>
    <dgm:pt modelId="{63207293-7814-43F3-88F6-4D1BDC8368EA}">
      <dgm:prSet/>
      <dgm:spPr/>
      <dgm:t>
        <a:bodyPr/>
        <a:lstStyle/>
        <a:p>
          <a:r>
            <a:rPr lang="de-DE" dirty="0"/>
            <a:t>Buffer1cnt: 3 [(0-2); (3-6); (7-9)]</a:t>
          </a:r>
        </a:p>
      </dgm:t>
    </dgm:pt>
    <dgm:pt modelId="{3575BB0C-2E05-4B58-AEE6-9409FB256936}" type="parTrans" cxnId="{F834C024-A267-4E4B-8277-666447505624}">
      <dgm:prSet/>
      <dgm:spPr/>
      <dgm:t>
        <a:bodyPr/>
        <a:lstStyle/>
        <a:p>
          <a:endParaRPr lang="de-DE"/>
        </a:p>
      </dgm:t>
    </dgm:pt>
    <dgm:pt modelId="{572D7F6A-4687-4155-90EE-B1B3E83A0C40}" type="sibTrans" cxnId="{F834C024-A267-4E4B-8277-666447505624}">
      <dgm:prSet/>
      <dgm:spPr/>
      <dgm:t>
        <a:bodyPr/>
        <a:lstStyle/>
        <a:p>
          <a:endParaRPr lang="de-DE"/>
        </a:p>
      </dgm:t>
    </dgm:pt>
    <dgm:pt modelId="{6F882AF7-171C-4E8A-A2F6-B8AE34C699CF}">
      <dgm:prSet/>
      <dgm:spPr/>
      <dgm:t>
        <a:bodyPr/>
        <a:lstStyle/>
        <a:p>
          <a:r>
            <a:rPr lang="de-DE" dirty="0"/>
            <a:t>Buffer2cnt: 3 [(0-2); (3-6); (7-9)]</a:t>
          </a:r>
        </a:p>
      </dgm:t>
    </dgm:pt>
    <dgm:pt modelId="{B90FC685-FBF8-4B08-A93A-2C4E910EEBD8}" type="parTrans" cxnId="{D365051A-3C82-4002-AD4C-3C7466A096C1}">
      <dgm:prSet/>
      <dgm:spPr/>
      <dgm:t>
        <a:bodyPr/>
        <a:lstStyle/>
        <a:p>
          <a:endParaRPr lang="de-DE"/>
        </a:p>
      </dgm:t>
    </dgm:pt>
    <dgm:pt modelId="{E4CDBC72-4AB8-4252-B27C-2A1A10649078}" type="sibTrans" cxnId="{D365051A-3C82-4002-AD4C-3C7466A096C1}">
      <dgm:prSet/>
      <dgm:spPr/>
      <dgm:t>
        <a:bodyPr/>
        <a:lstStyle/>
        <a:p>
          <a:endParaRPr lang="de-DE"/>
        </a:p>
      </dgm:t>
    </dgm:pt>
    <dgm:pt modelId="{17F852CD-4864-487D-B94E-06BD595E88F3}" type="pres">
      <dgm:prSet presAssocID="{061265CE-BABD-4C86-8628-DA289D442B66}" presName="linear" presStyleCnt="0">
        <dgm:presLayoutVars>
          <dgm:animLvl val="lvl"/>
          <dgm:resizeHandles val="exact"/>
        </dgm:presLayoutVars>
      </dgm:prSet>
      <dgm:spPr/>
    </dgm:pt>
    <dgm:pt modelId="{F311C50B-6641-4996-A6BB-90432DF5EDAB}" type="pres">
      <dgm:prSet presAssocID="{803B2925-901F-4C9A-AB2B-75060540A19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C45519B-F947-4646-8E15-EBBC3910A57C}" type="pres">
      <dgm:prSet presAssocID="{803B2925-901F-4C9A-AB2B-75060540A19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19E9C11-028E-4B0D-A1D2-7AAA6B6E49BB}" type="presOf" srcId="{8D36D1C3-05FC-4700-AF83-7A598364D387}" destId="{EC45519B-F947-4646-8E15-EBBC3910A57C}" srcOrd="0" destOrd="0" presId="urn:microsoft.com/office/officeart/2005/8/layout/vList2"/>
    <dgm:cxn modelId="{D365051A-3C82-4002-AD4C-3C7466A096C1}" srcId="{803B2925-901F-4C9A-AB2B-75060540A19A}" destId="{6F882AF7-171C-4E8A-A2F6-B8AE34C699CF}" srcOrd="4" destOrd="0" parTransId="{B90FC685-FBF8-4B08-A93A-2C4E910EEBD8}" sibTransId="{E4CDBC72-4AB8-4252-B27C-2A1A10649078}"/>
    <dgm:cxn modelId="{F834C024-A267-4E4B-8277-666447505624}" srcId="{803B2925-901F-4C9A-AB2B-75060540A19A}" destId="{63207293-7814-43F3-88F6-4D1BDC8368EA}" srcOrd="3" destOrd="0" parTransId="{3575BB0C-2E05-4B58-AEE6-9409FB256936}" sibTransId="{572D7F6A-4687-4155-90EE-B1B3E83A0C40}"/>
    <dgm:cxn modelId="{6C046B2E-7AC0-402A-9104-3A77C18F1CC7}" type="presOf" srcId="{A0062F0D-3B4E-4B29-AB7F-E5CBB380E52A}" destId="{EC45519B-F947-4646-8E15-EBBC3910A57C}" srcOrd="0" destOrd="2" presId="urn:microsoft.com/office/officeart/2005/8/layout/vList2"/>
    <dgm:cxn modelId="{25583D5F-B1BA-4AFA-8F54-8253F048E359}" type="presOf" srcId="{63207293-7814-43F3-88F6-4D1BDC8368EA}" destId="{EC45519B-F947-4646-8E15-EBBC3910A57C}" srcOrd="0" destOrd="3" presId="urn:microsoft.com/office/officeart/2005/8/layout/vList2"/>
    <dgm:cxn modelId="{98A8254E-9F41-4D67-B414-769AFB3347F1}" srcId="{803B2925-901F-4C9A-AB2B-75060540A19A}" destId="{7CF849A2-F65A-4DAD-B589-2DF00A7AD3F9}" srcOrd="1" destOrd="0" parTransId="{26AB5A82-96D2-468C-A272-C5282FC3F392}" sibTransId="{F52415F7-AE91-408C-9782-6039F7A87980}"/>
    <dgm:cxn modelId="{2ABD2D77-7EFC-43F4-A72F-9522335806BA}" srcId="{061265CE-BABD-4C86-8628-DA289D442B66}" destId="{803B2925-901F-4C9A-AB2B-75060540A19A}" srcOrd="0" destOrd="0" parTransId="{06C9613F-F345-47F1-9FE9-A9051871B4C8}" sibTransId="{1281BDCF-2EB3-4E67-8814-8C95B441D8D9}"/>
    <dgm:cxn modelId="{D09B037B-1D87-47C8-A170-6E1CD427A406}" type="presOf" srcId="{061265CE-BABD-4C86-8628-DA289D442B66}" destId="{17F852CD-4864-487D-B94E-06BD595E88F3}" srcOrd="0" destOrd="0" presId="urn:microsoft.com/office/officeart/2005/8/layout/vList2"/>
    <dgm:cxn modelId="{BFD2A299-9B71-4343-9321-187BF039B947}" type="presOf" srcId="{7CF849A2-F65A-4DAD-B589-2DF00A7AD3F9}" destId="{EC45519B-F947-4646-8E15-EBBC3910A57C}" srcOrd="0" destOrd="1" presId="urn:microsoft.com/office/officeart/2005/8/layout/vList2"/>
    <dgm:cxn modelId="{3F8E3FA1-3B2B-4166-A48D-9413726594E9}" srcId="{803B2925-901F-4C9A-AB2B-75060540A19A}" destId="{8D36D1C3-05FC-4700-AF83-7A598364D387}" srcOrd="0" destOrd="0" parTransId="{5D6A162A-A82A-4C76-8C3A-3138909387A0}" sibTransId="{8E14A818-9F21-4B79-921C-0377951975C9}"/>
    <dgm:cxn modelId="{A407E5A6-3F5A-4F34-938F-9E4ECC0CCDCD}" srcId="{803B2925-901F-4C9A-AB2B-75060540A19A}" destId="{A0062F0D-3B4E-4B29-AB7F-E5CBB380E52A}" srcOrd="2" destOrd="0" parTransId="{4587E75B-129E-4DC3-8A78-CBF88DDB9B93}" sibTransId="{F55EFFAC-6351-4A95-963F-0A31835D3822}"/>
    <dgm:cxn modelId="{42870CD1-42E1-46FA-8494-1BA1DF1A0329}" type="presOf" srcId="{803B2925-901F-4C9A-AB2B-75060540A19A}" destId="{F311C50B-6641-4996-A6BB-90432DF5EDAB}" srcOrd="0" destOrd="0" presId="urn:microsoft.com/office/officeart/2005/8/layout/vList2"/>
    <dgm:cxn modelId="{A0ECC5E3-F171-4673-B509-7D43519AD511}" type="presOf" srcId="{6F882AF7-171C-4E8A-A2F6-B8AE34C699CF}" destId="{EC45519B-F947-4646-8E15-EBBC3910A57C}" srcOrd="0" destOrd="4" presId="urn:microsoft.com/office/officeart/2005/8/layout/vList2"/>
    <dgm:cxn modelId="{C36B8067-6815-4310-8F3D-0B142BBB1309}" type="presParOf" srcId="{17F852CD-4864-487D-B94E-06BD595E88F3}" destId="{F311C50B-6641-4996-A6BB-90432DF5EDAB}" srcOrd="0" destOrd="0" presId="urn:microsoft.com/office/officeart/2005/8/layout/vList2"/>
    <dgm:cxn modelId="{C5168FC1-72AC-40F8-9263-4A270B37CF22}" type="presParOf" srcId="{17F852CD-4864-487D-B94E-06BD595E88F3}" destId="{EC45519B-F947-4646-8E15-EBBC3910A57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51BE6E-21BF-4F95-B420-9E884450F162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5C6BE2E2-C887-4193-9B3E-0E466A117904}">
      <dgm:prSet phldrT="[Text]" phldr="0"/>
      <dgm:spPr/>
      <dgm:t>
        <a:bodyPr/>
        <a:lstStyle/>
        <a:p>
          <a:r>
            <a:rPr lang="de-DE" dirty="0"/>
            <a:t>Start</a:t>
          </a:r>
        </a:p>
      </dgm:t>
    </dgm:pt>
    <dgm:pt modelId="{9719DC72-3C91-482B-AC27-8C04FF9D15EE}" type="parTrans" cxnId="{8EEFF1F6-6A57-4D37-A665-2F6F908139F5}">
      <dgm:prSet/>
      <dgm:spPr/>
      <dgm:t>
        <a:bodyPr/>
        <a:lstStyle/>
        <a:p>
          <a:endParaRPr lang="de-DE"/>
        </a:p>
      </dgm:t>
    </dgm:pt>
    <dgm:pt modelId="{3F543C1E-B515-4EDB-8B4E-30213E52035A}" type="sibTrans" cxnId="{8EEFF1F6-6A57-4D37-A665-2F6F908139F5}">
      <dgm:prSet/>
      <dgm:spPr/>
      <dgm:t>
        <a:bodyPr/>
        <a:lstStyle/>
        <a:p>
          <a:endParaRPr lang="de-DE"/>
        </a:p>
      </dgm:t>
    </dgm:pt>
    <dgm:pt modelId="{AE9A334D-C292-4865-89A3-85909EE0A993}">
      <dgm:prSet phldrT="[Text]" phldr="0"/>
      <dgm:spPr/>
      <dgm:t>
        <a:bodyPr/>
        <a:lstStyle/>
        <a:p>
          <a:r>
            <a:rPr lang="de-DE" dirty="0"/>
            <a:t>Collect 2</a:t>
          </a:r>
        </a:p>
      </dgm:t>
    </dgm:pt>
    <dgm:pt modelId="{18A32B9C-7671-44F8-90DA-39A7759780F9}" type="parTrans" cxnId="{34B8FC58-93DF-48B7-BCCA-D16D3BCDE982}">
      <dgm:prSet/>
      <dgm:spPr/>
      <dgm:t>
        <a:bodyPr/>
        <a:lstStyle/>
        <a:p>
          <a:endParaRPr lang="de-DE"/>
        </a:p>
      </dgm:t>
    </dgm:pt>
    <dgm:pt modelId="{563F71B5-F986-40B5-B01D-13B26F92972D}" type="sibTrans" cxnId="{34B8FC58-93DF-48B7-BCCA-D16D3BCDE982}">
      <dgm:prSet/>
      <dgm:spPr/>
      <dgm:t>
        <a:bodyPr/>
        <a:lstStyle/>
        <a:p>
          <a:endParaRPr lang="de-DE"/>
        </a:p>
      </dgm:t>
    </dgm:pt>
    <dgm:pt modelId="{6418B737-2A40-4178-A3AD-A36F728DFBF7}">
      <dgm:prSet phldrT="[Text]" phldr="0"/>
      <dgm:spPr/>
      <dgm:t>
        <a:bodyPr/>
        <a:lstStyle/>
        <a:p>
          <a:r>
            <a:rPr lang="de-DE" dirty="0"/>
            <a:t>Collect 3</a:t>
          </a:r>
        </a:p>
      </dgm:t>
    </dgm:pt>
    <dgm:pt modelId="{4CBD654F-08A7-443C-9DF4-DDD575F477D4}" type="parTrans" cxnId="{22B919BB-F50A-406F-9971-928069ADCE8E}">
      <dgm:prSet/>
      <dgm:spPr/>
      <dgm:t>
        <a:bodyPr/>
        <a:lstStyle/>
        <a:p>
          <a:endParaRPr lang="de-DE"/>
        </a:p>
      </dgm:t>
    </dgm:pt>
    <dgm:pt modelId="{1868B183-7E5D-4DDF-BCA7-588D58BA0AD4}" type="sibTrans" cxnId="{22B919BB-F50A-406F-9971-928069ADCE8E}">
      <dgm:prSet/>
      <dgm:spPr/>
      <dgm:t>
        <a:bodyPr/>
        <a:lstStyle/>
        <a:p>
          <a:endParaRPr lang="de-DE"/>
        </a:p>
      </dgm:t>
    </dgm:pt>
    <dgm:pt modelId="{2867A5B5-56A8-4861-AE00-9DEF9765A23E}">
      <dgm:prSet phldrT="[Text]" phldr="0"/>
      <dgm:spPr/>
      <dgm:t>
        <a:bodyPr/>
        <a:lstStyle/>
        <a:p>
          <a:r>
            <a:rPr lang="de-DE" dirty="0"/>
            <a:t>Collect 4</a:t>
          </a:r>
        </a:p>
      </dgm:t>
    </dgm:pt>
    <dgm:pt modelId="{4DAC99D9-3F88-4A6E-8A05-A50EB870E0B1}" type="parTrans" cxnId="{497940F7-61AF-48B9-9E56-C631ABA98B2B}">
      <dgm:prSet/>
      <dgm:spPr/>
      <dgm:t>
        <a:bodyPr/>
        <a:lstStyle/>
        <a:p>
          <a:endParaRPr lang="de-DE"/>
        </a:p>
      </dgm:t>
    </dgm:pt>
    <dgm:pt modelId="{3F6C9085-12F2-4F51-9A30-C8B658BB9417}" type="sibTrans" cxnId="{497940F7-61AF-48B9-9E56-C631ABA98B2B}">
      <dgm:prSet/>
      <dgm:spPr/>
      <dgm:t>
        <a:bodyPr/>
        <a:lstStyle/>
        <a:p>
          <a:endParaRPr lang="de-DE"/>
        </a:p>
      </dgm:t>
    </dgm:pt>
    <dgm:pt modelId="{43EB8866-7ACA-4469-9088-13B624AC159B}">
      <dgm:prSet phldrT="[Text]" phldr="0"/>
      <dgm:spPr/>
      <dgm:t>
        <a:bodyPr/>
        <a:lstStyle/>
        <a:p>
          <a:r>
            <a:rPr lang="de-DE" dirty="0" err="1"/>
            <a:t>Flush</a:t>
          </a:r>
          <a:endParaRPr lang="de-DE" dirty="0"/>
        </a:p>
      </dgm:t>
    </dgm:pt>
    <dgm:pt modelId="{02A1E8A1-25DE-44DC-A5E0-4858D61D25F5}" type="parTrans" cxnId="{D80B9C6A-1EA8-4AA6-893A-F55292C701B9}">
      <dgm:prSet/>
      <dgm:spPr/>
      <dgm:t>
        <a:bodyPr/>
        <a:lstStyle/>
        <a:p>
          <a:endParaRPr lang="de-DE"/>
        </a:p>
      </dgm:t>
    </dgm:pt>
    <dgm:pt modelId="{E891DE49-331E-444F-AA93-8E07A1681541}" type="sibTrans" cxnId="{D80B9C6A-1EA8-4AA6-893A-F55292C701B9}">
      <dgm:prSet/>
      <dgm:spPr/>
      <dgm:t>
        <a:bodyPr/>
        <a:lstStyle/>
        <a:p>
          <a:endParaRPr lang="de-DE"/>
        </a:p>
      </dgm:t>
    </dgm:pt>
    <dgm:pt modelId="{9F67C4EE-ADDB-4481-B10E-568C395DA82A}">
      <dgm:prSet phldrT="[Text]" phldr="0"/>
      <dgm:spPr/>
      <dgm:t>
        <a:bodyPr/>
        <a:lstStyle/>
        <a:p>
          <a:pPr>
            <a:buNone/>
          </a:pPr>
          <a:r>
            <a:rPr lang="de-DE" dirty="0"/>
            <a:t>-1 step</a:t>
          </a:r>
        </a:p>
      </dgm:t>
    </dgm:pt>
    <dgm:pt modelId="{133DCB84-20FF-4C79-B419-6924CECFB65D}" type="parTrans" cxnId="{F22081B3-7187-4179-9FB2-CDC2694C830F}">
      <dgm:prSet/>
      <dgm:spPr/>
      <dgm:t>
        <a:bodyPr/>
        <a:lstStyle/>
        <a:p>
          <a:endParaRPr lang="de-DE"/>
        </a:p>
      </dgm:t>
    </dgm:pt>
    <dgm:pt modelId="{11C39B0B-C781-4B13-9467-A68E02B898AC}" type="sibTrans" cxnId="{F22081B3-7187-4179-9FB2-CDC2694C830F}">
      <dgm:prSet/>
      <dgm:spPr/>
      <dgm:t>
        <a:bodyPr/>
        <a:lstStyle/>
        <a:p>
          <a:endParaRPr lang="de-DE"/>
        </a:p>
      </dgm:t>
    </dgm:pt>
    <dgm:pt modelId="{F2D4C6A1-C849-4DAD-A564-675B8B700A23}">
      <dgm:prSet phldrT="[Text]" phldr="0"/>
      <dgm:spPr/>
      <dgm:t>
        <a:bodyPr/>
        <a:lstStyle/>
        <a:p>
          <a:pPr>
            <a:buNone/>
          </a:pPr>
          <a:r>
            <a:rPr lang="de-DE" dirty="0"/>
            <a:t>+1 for </a:t>
          </a:r>
          <a:r>
            <a:rPr lang="de-DE" dirty="0" err="1"/>
            <a:t>collect</a:t>
          </a:r>
          <a:endParaRPr lang="de-DE" dirty="0"/>
        </a:p>
      </dgm:t>
    </dgm:pt>
    <dgm:pt modelId="{7F0935D3-6F97-4297-A27A-B3479FE7C1A4}" type="parTrans" cxnId="{C6BDF12D-7F1D-4AB2-AC9E-7D9C3954D1DA}">
      <dgm:prSet/>
      <dgm:spPr/>
      <dgm:t>
        <a:bodyPr/>
        <a:lstStyle/>
        <a:p>
          <a:endParaRPr lang="de-DE"/>
        </a:p>
      </dgm:t>
    </dgm:pt>
    <dgm:pt modelId="{164A3D36-0143-4FFF-856A-AAC08D5F1F13}" type="sibTrans" cxnId="{C6BDF12D-7F1D-4AB2-AC9E-7D9C3954D1DA}">
      <dgm:prSet/>
      <dgm:spPr/>
      <dgm:t>
        <a:bodyPr/>
        <a:lstStyle/>
        <a:p>
          <a:endParaRPr lang="de-DE"/>
        </a:p>
      </dgm:t>
    </dgm:pt>
    <dgm:pt modelId="{CF8D6E49-0A56-43B0-B809-E8EE7C6DBF88}">
      <dgm:prSet phldrT="[Text]" phldr="0"/>
      <dgm:spPr/>
      <dgm:t>
        <a:bodyPr/>
        <a:lstStyle/>
        <a:p>
          <a:pPr>
            <a:buNone/>
          </a:pPr>
          <a:r>
            <a:rPr lang="de-DE" dirty="0"/>
            <a:t>Total: 0</a:t>
          </a:r>
        </a:p>
      </dgm:t>
    </dgm:pt>
    <dgm:pt modelId="{6FA9AF1A-5AF5-4D8C-9C8B-7802E5F45C51}" type="parTrans" cxnId="{BC3F9150-473E-4F0B-BC2C-F3A03626B28E}">
      <dgm:prSet/>
      <dgm:spPr/>
      <dgm:t>
        <a:bodyPr/>
        <a:lstStyle/>
        <a:p>
          <a:endParaRPr lang="de-DE"/>
        </a:p>
      </dgm:t>
    </dgm:pt>
    <dgm:pt modelId="{3F391CD8-50B0-44BB-8104-688C1F039328}" type="sibTrans" cxnId="{BC3F9150-473E-4F0B-BC2C-F3A03626B28E}">
      <dgm:prSet/>
      <dgm:spPr/>
      <dgm:t>
        <a:bodyPr/>
        <a:lstStyle/>
        <a:p>
          <a:endParaRPr lang="de-DE"/>
        </a:p>
      </dgm:t>
    </dgm:pt>
    <dgm:pt modelId="{E9C529C9-DC03-49CE-8690-87C1D8850FDA}">
      <dgm:prSet phldrT="[Text]" phldr="0"/>
      <dgm:spPr/>
      <dgm:t>
        <a:bodyPr/>
        <a:lstStyle/>
        <a:p>
          <a:pPr>
            <a:buNone/>
          </a:pPr>
          <a:r>
            <a:rPr lang="de-DE" dirty="0"/>
            <a:t>-1 step</a:t>
          </a:r>
        </a:p>
      </dgm:t>
    </dgm:pt>
    <dgm:pt modelId="{532B99EB-A578-4506-A41A-91708985B852}" type="parTrans" cxnId="{B3ED07DC-E4D0-45B7-AB9B-118CE7FAC99F}">
      <dgm:prSet/>
      <dgm:spPr/>
      <dgm:t>
        <a:bodyPr/>
        <a:lstStyle/>
        <a:p>
          <a:endParaRPr lang="de-DE"/>
        </a:p>
      </dgm:t>
    </dgm:pt>
    <dgm:pt modelId="{E743C15F-B7C2-4D6B-8F66-96BC062D92BC}" type="sibTrans" cxnId="{B3ED07DC-E4D0-45B7-AB9B-118CE7FAC99F}">
      <dgm:prSet/>
      <dgm:spPr/>
      <dgm:t>
        <a:bodyPr/>
        <a:lstStyle/>
        <a:p>
          <a:endParaRPr lang="de-DE"/>
        </a:p>
      </dgm:t>
    </dgm:pt>
    <dgm:pt modelId="{8811E6A8-19C0-4118-9826-8672D2E8C19D}">
      <dgm:prSet phldrT="[Text]" phldr="0"/>
      <dgm:spPr/>
      <dgm:t>
        <a:bodyPr/>
        <a:lstStyle/>
        <a:p>
          <a:pPr>
            <a:buNone/>
          </a:pPr>
          <a:r>
            <a:rPr lang="de-DE" dirty="0"/>
            <a:t>+2 for </a:t>
          </a:r>
          <a:r>
            <a:rPr lang="de-DE" dirty="0" err="1"/>
            <a:t>collect</a:t>
          </a:r>
          <a:endParaRPr lang="de-DE" dirty="0"/>
        </a:p>
      </dgm:t>
    </dgm:pt>
    <dgm:pt modelId="{E0D9EE8D-EBF6-440C-A804-3004B93B7382}" type="parTrans" cxnId="{4443723E-6A1A-47BC-8055-619890B68640}">
      <dgm:prSet/>
      <dgm:spPr/>
      <dgm:t>
        <a:bodyPr/>
        <a:lstStyle/>
        <a:p>
          <a:endParaRPr lang="de-DE"/>
        </a:p>
      </dgm:t>
    </dgm:pt>
    <dgm:pt modelId="{8858F30B-8BF2-4F08-8166-7A7E435F8813}" type="sibTrans" cxnId="{4443723E-6A1A-47BC-8055-619890B68640}">
      <dgm:prSet/>
      <dgm:spPr/>
      <dgm:t>
        <a:bodyPr/>
        <a:lstStyle/>
        <a:p>
          <a:endParaRPr lang="de-DE"/>
        </a:p>
      </dgm:t>
    </dgm:pt>
    <dgm:pt modelId="{F1C99BBA-BB2B-47AB-9BA2-B170AA755FE3}">
      <dgm:prSet phldrT="[Text]" phldr="0"/>
      <dgm:spPr/>
      <dgm:t>
        <a:bodyPr/>
        <a:lstStyle/>
        <a:p>
          <a:pPr>
            <a:buNone/>
          </a:pPr>
          <a:r>
            <a:rPr lang="de-DE" dirty="0"/>
            <a:t>Total : +1</a:t>
          </a:r>
        </a:p>
      </dgm:t>
    </dgm:pt>
    <dgm:pt modelId="{D58F7DA4-CCAC-49E1-948A-F2D842080922}" type="parTrans" cxnId="{C039F001-45B3-4452-9E4B-8E2729FA344A}">
      <dgm:prSet/>
      <dgm:spPr/>
      <dgm:t>
        <a:bodyPr/>
        <a:lstStyle/>
        <a:p>
          <a:endParaRPr lang="de-DE"/>
        </a:p>
      </dgm:t>
    </dgm:pt>
    <dgm:pt modelId="{027A5C65-C41D-41F7-AE08-0A96EE11B6B8}" type="sibTrans" cxnId="{C039F001-45B3-4452-9E4B-8E2729FA344A}">
      <dgm:prSet/>
      <dgm:spPr/>
      <dgm:t>
        <a:bodyPr/>
        <a:lstStyle/>
        <a:p>
          <a:endParaRPr lang="de-DE"/>
        </a:p>
      </dgm:t>
    </dgm:pt>
    <dgm:pt modelId="{AE579E79-B9C2-4C2F-A525-B0909FD1352C}">
      <dgm:prSet phldrT="[Text]" phldr="0"/>
      <dgm:spPr/>
      <dgm:t>
        <a:bodyPr/>
        <a:lstStyle/>
        <a:p>
          <a:pPr>
            <a:buNone/>
          </a:pPr>
          <a:r>
            <a:rPr lang="de-DE" dirty="0"/>
            <a:t>-1 step</a:t>
          </a:r>
        </a:p>
      </dgm:t>
    </dgm:pt>
    <dgm:pt modelId="{42BAD9C7-2261-4D89-98CB-4B5117A0BF5B}" type="parTrans" cxnId="{6DA0D8F0-0797-46A5-88F2-7A8A8C65D089}">
      <dgm:prSet/>
      <dgm:spPr/>
      <dgm:t>
        <a:bodyPr/>
        <a:lstStyle/>
        <a:p>
          <a:endParaRPr lang="de-DE"/>
        </a:p>
      </dgm:t>
    </dgm:pt>
    <dgm:pt modelId="{816B22C0-43CD-49A6-AE42-D1E0E6394546}" type="sibTrans" cxnId="{6DA0D8F0-0797-46A5-88F2-7A8A8C65D089}">
      <dgm:prSet/>
      <dgm:spPr/>
      <dgm:t>
        <a:bodyPr/>
        <a:lstStyle/>
        <a:p>
          <a:endParaRPr lang="de-DE"/>
        </a:p>
      </dgm:t>
    </dgm:pt>
    <dgm:pt modelId="{57ACD1CC-F664-4223-89F4-4CECFF27B87A}">
      <dgm:prSet phldrT="[Text]" phldr="0"/>
      <dgm:spPr/>
      <dgm:t>
        <a:bodyPr/>
        <a:lstStyle/>
        <a:p>
          <a:pPr>
            <a:buNone/>
          </a:pPr>
          <a:r>
            <a:rPr lang="de-DE" dirty="0"/>
            <a:t>+3 for </a:t>
          </a:r>
          <a:r>
            <a:rPr lang="de-DE" dirty="0" err="1"/>
            <a:t>collect</a:t>
          </a:r>
          <a:endParaRPr lang="de-DE" dirty="0"/>
        </a:p>
      </dgm:t>
    </dgm:pt>
    <dgm:pt modelId="{37F23F82-7AC9-4F91-A2B4-90B1BE18C301}" type="parTrans" cxnId="{38BF37DF-A745-41F8-94F8-B737AF9B12DD}">
      <dgm:prSet/>
      <dgm:spPr/>
      <dgm:t>
        <a:bodyPr/>
        <a:lstStyle/>
        <a:p>
          <a:endParaRPr lang="de-DE"/>
        </a:p>
      </dgm:t>
    </dgm:pt>
    <dgm:pt modelId="{87ECD774-E83C-47B3-8493-936157DDB391}" type="sibTrans" cxnId="{38BF37DF-A745-41F8-94F8-B737AF9B12DD}">
      <dgm:prSet/>
      <dgm:spPr/>
      <dgm:t>
        <a:bodyPr/>
        <a:lstStyle/>
        <a:p>
          <a:endParaRPr lang="de-DE"/>
        </a:p>
      </dgm:t>
    </dgm:pt>
    <dgm:pt modelId="{44F2DBAB-9374-42AF-A744-4A25D567DC60}">
      <dgm:prSet phldrT="[Text]" phldr="0"/>
      <dgm:spPr/>
      <dgm:t>
        <a:bodyPr/>
        <a:lstStyle/>
        <a:p>
          <a:pPr>
            <a:buNone/>
          </a:pPr>
          <a:r>
            <a:rPr lang="de-DE" dirty="0"/>
            <a:t>Total: +3</a:t>
          </a:r>
        </a:p>
      </dgm:t>
    </dgm:pt>
    <dgm:pt modelId="{2464EBA9-52BB-4ED1-9DD1-6F0B6CFD4E85}" type="parTrans" cxnId="{B33B00B0-1A65-4EBF-B8F7-2CBF2C7AB3A9}">
      <dgm:prSet/>
      <dgm:spPr/>
      <dgm:t>
        <a:bodyPr/>
        <a:lstStyle/>
        <a:p>
          <a:endParaRPr lang="de-DE"/>
        </a:p>
      </dgm:t>
    </dgm:pt>
    <dgm:pt modelId="{9896BB4D-83FE-407E-8788-CF4ABC2BD70C}" type="sibTrans" cxnId="{B33B00B0-1A65-4EBF-B8F7-2CBF2C7AB3A9}">
      <dgm:prSet/>
      <dgm:spPr/>
      <dgm:t>
        <a:bodyPr/>
        <a:lstStyle/>
        <a:p>
          <a:endParaRPr lang="de-DE"/>
        </a:p>
      </dgm:t>
    </dgm:pt>
    <dgm:pt modelId="{6E1E64A0-AD24-4BDC-9EF9-874082B732A6}">
      <dgm:prSet phldrT="[Text]" phldr="0"/>
      <dgm:spPr/>
      <dgm:t>
        <a:bodyPr/>
        <a:lstStyle/>
        <a:p>
          <a:pPr>
            <a:buNone/>
          </a:pPr>
          <a:r>
            <a:rPr lang="de-DE" dirty="0"/>
            <a:t>+4 for </a:t>
          </a:r>
          <a:r>
            <a:rPr lang="de-DE" dirty="0" err="1"/>
            <a:t>collect</a:t>
          </a:r>
          <a:endParaRPr lang="de-DE" dirty="0"/>
        </a:p>
      </dgm:t>
    </dgm:pt>
    <dgm:pt modelId="{6341CB5B-B21C-4574-9F99-8CB16BA17C96}" type="parTrans" cxnId="{3FC23C5F-E628-4F05-8AEE-FDFAFFC0F278}">
      <dgm:prSet/>
      <dgm:spPr/>
      <dgm:t>
        <a:bodyPr/>
        <a:lstStyle/>
        <a:p>
          <a:endParaRPr lang="de-DE"/>
        </a:p>
      </dgm:t>
    </dgm:pt>
    <dgm:pt modelId="{0FAC9677-A3EB-4221-9879-1D41174D51F6}" type="sibTrans" cxnId="{3FC23C5F-E628-4F05-8AEE-FDFAFFC0F278}">
      <dgm:prSet/>
      <dgm:spPr/>
      <dgm:t>
        <a:bodyPr/>
        <a:lstStyle/>
        <a:p>
          <a:endParaRPr lang="de-DE"/>
        </a:p>
      </dgm:t>
    </dgm:pt>
    <dgm:pt modelId="{BAB75622-01D3-4049-AFFD-B639416CCE96}">
      <dgm:prSet phldrT="[Text]" phldr="0"/>
      <dgm:spPr/>
      <dgm:t>
        <a:bodyPr/>
        <a:lstStyle/>
        <a:p>
          <a:pPr>
            <a:buNone/>
          </a:pPr>
          <a:r>
            <a:rPr lang="de-DE" dirty="0"/>
            <a:t>Total +6</a:t>
          </a:r>
        </a:p>
      </dgm:t>
    </dgm:pt>
    <dgm:pt modelId="{D91AEB7B-7AC9-4DDC-BF4C-D0FACF9ABB2C}" type="parTrans" cxnId="{E782042B-656B-4776-9FC5-935781B78D80}">
      <dgm:prSet/>
      <dgm:spPr/>
      <dgm:t>
        <a:bodyPr/>
        <a:lstStyle/>
        <a:p>
          <a:endParaRPr lang="de-DE"/>
        </a:p>
      </dgm:t>
    </dgm:pt>
    <dgm:pt modelId="{6E309C6C-9301-4BC0-B141-3C9015D184E6}" type="sibTrans" cxnId="{E782042B-656B-4776-9FC5-935781B78D80}">
      <dgm:prSet/>
      <dgm:spPr/>
      <dgm:t>
        <a:bodyPr/>
        <a:lstStyle/>
        <a:p>
          <a:endParaRPr lang="de-DE"/>
        </a:p>
      </dgm:t>
    </dgm:pt>
    <dgm:pt modelId="{190625BD-3774-4D6F-9AAA-3FE79D2A7954}">
      <dgm:prSet phldrT="[Text]" phldr="0"/>
      <dgm:spPr/>
      <dgm:t>
        <a:bodyPr/>
        <a:lstStyle/>
        <a:p>
          <a:pPr>
            <a:buNone/>
          </a:pPr>
          <a:r>
            <a:rPr lang="de-DE" dirty="0"/>
            <a:t>-1 step</a:t>
          </a:r>
        </a:p>
      </dgm:t>
    </dgm:pt>
    <dgm:pt modelId="{15C7BA74-5B69-400D-947B-38F59310FE1E}" type="parTrans" cxnId="{2E8C8539-7C24-43EE-B685-F7353FBC26A4}">
      <dgm:prSet/>
      <dgm:spPr/>
      <dgm:t>
        <a:bodyPr/>
        <a:lstStyle/>
        <a:p>
          <a:endParaRPr lang="de-DE"/>
        </a:p>
      </dgm:t>
    </dgm:pt>
    <dgm:pt modelId="{BDEE12A7-63C5-40CC-99D2-D2A694A4A4F3}" type="sibTrans" cxnId="{2E8C8539-7C24-43EE-B685-F7353FBC26A4}">
      <dgm:prSet/>
      <dgm:spPr/>
      <dgm:t>
        <a:bodyPr/>
        <a:lstStyle/>
        <a:p>
          <a:endParaRPr lang="de-DE"/>
        </a:p>
      </dgm:t>
    </dgm:pt>
    <dgm:pt modelId="{ED5C022D-DEB4-43E6-920A-E63271D0E377}">
      <dgm:prSet phldrT="[Text]" phldr="0"/>
      <dgm:spPr/>
      <dgm:t>
        <a:bodyPr/>
        <a:lstStyle/>
        <a:p>
          <a:pPr>
            <a:buNone/>
          </a:pPr>
          <a:r>
            <a:rPr lang="de-DE" dirty="0"/>
            <a:t>-1 step</a:t>
          </a:r>
        </a:p>
      </dgm:t>
    </dgm:pt>
    <dgm:pt modelId="{00BFB1BC-13DD-424A-A2A7-FE9B4BDD1934}" type="parTrans" cxnId="{C5801F14-34DE-4B5C-B0AD-C6562525F650}">
      <dgm:prSet/>
      <dgm:spPr/>
      <dgm:t>
        <a:bodyPr/>
        <a:lstStyle/>
        <a:p>
          <a:endParaRPr lang="de-DE"/>
        </a:p>
      </dgm:t>
    </dgm:pt>
    <dgm:pt modelId="{A4430072-91C4-42AD-9BD1-95CA24B44ED7}" type="sibTrans" cxnId="{C5801F14-34DE-4B5C-B0AD-C6562525F650}">
      <dgm:prSet/>
      <dgm:spPr/>
      <dgm:t>
        <a:bodyPr/>
        <a:lstStyle/>
        <a:p>
          <a:endParaRPr lang="de-DE"/>
        </a:p>
      </dgm:t>
    </dgm:pt>
    <dgm:pt modelId="{9C796C7C-6FDE-49F5-BDA8-FACA0A3CB5BF}">
      <dgm:prSet phldrT="[Text]" phldr="0"/>
      <dgm:spPr/>
      <dgm:t>
        <a:bodyPr/>
        <a:lstStyle/>
        <a:p>
          <a:pPr>
            <a:buNone/>
          </a:pPr>
          <a:r>
            <a:rPr lang="de-DE" dirty="0"/>
            <a:t>-4 for </a:t>
          </a:r>
          <a:r>
            <a:rPr lang="de-DE" dirty="0" err="1"/>
            <a:t>flush</a:t>
          </a:r>
          <a:endParaRPr lang="de-DE" dirty="0"/>
        </a:p>
      </dgm:t>
    </dgm:pt>
    <dgm:pt modelId="{FF2EF47F-1344-4C32-B343-78FA919297DE}" type="parTrans" cxnId="{F273790F-5712-45FE-A433-8717A167DF7B}">
      <dgm:prSet/>
      <dgm:spPr/>
      <dgm:t>
        <a:bodyPr/>
        <a:lstStyle/>
        <a:p>
          <a:endParaRPr lang="de-DE"/>
        </a:p>
      </dgm:t>
    </dgm:pt>
    <dgm:pt modelId="{398C5623-F42F-40CA-A27B-D1D849C00D09}" type="sibTrans" cxnId="{F273790F-5712-45FE-A433-8717A167DF7B}">
      <dgm:prSet/>
      <dgm:spPr/>
      <dgm:t>
        <a:bodyPr/>
        <a:lstStyle/>
        <a:p>
          <a:endParaRPr lang="de-DE"/>
        </a:p>
      </dgm:t>
    </dgm:pt>
    <dgm:pt modelId="{B87C20AA-2531-48B7-AC3E-606A18445D33}">
      <dgm:prSet phldrT="[Text]" phldr="0"/>
      <dgm:spPr/>
      <dgm:t>
        <a:bodyPr/>
        <a:lstStyle/>
        <a:p>
          <a:pPr>
            <a:buNone/>
          </a:pPr>
          <a:endParaRPr lang="de-DE" dirty="0"/>
        </a:p>
      </dgm:t>
    </dgm:pt>
    <dgm:pt modelId="{A8BE020E-42AE-4684-9A5A-A53DB0F3C6F5}" type="parTrans" cxnId="{52659F9C-4539-45E0-A6FA-1BC2E1E27C84}">
      <dgm:prSet/>
      <dgm:spPr/>
      <dgm:t>
        <a:bodyPr/>
        <a:lstStyle/>
        <a:p>
          <a:endParaRPr lang="de-DE"/>
        </a:p>
      </dgm:t>
    </dgm:pt>
    <dgm:pt modelId="{6D32EBA3-1636-4F77-8A94-6065784CF49D}" type="sibTrans" cxnId="{52659F9C-4539-45E0-A6FA-1BC2E1E27C84}">
      <dgm:prSet/>
      <dgm:spPr/>
      <dgm:t>
        <a:bodyPr/>
        <a:lstStyle/>
        <a:p>
          <a:endParaRPr lang="de-DE"/>
        </a:p>
      </dgm:t>
    </dgm:pt>
    <dgm:pt modelId="{2243689F-59A6-4E82-AE5D-2FDA361001BA}">
      <dgm:prSet phldrT="[Text]" phldr="0"/>
      <dgm:spPr/>
      <dgm:t>
        <a:bodyPr/>
        <a:lstStyle/>
        <a:p>
          <a:r>
            <a:rPr lang="de-DE"/>
            <a:t>Collect 1</a:t>
          </a:r>
          <a:endParaRPr lang="de-DE" dirty="0"/>
        </a:p>
      </dgm:t>
    </dgm:pt>
    <dgm:pt modelId="{D4F8DA97-BA6B-4FB4-858F-145552876E7E}" type="parTrans" cxnId="{80CE412E-22CF-4CD5-BBC0-BE30357FC823}">
      <dgm:prSet/>
      <dgm:spPr/>
      <dgm:t>
        <a:bodyPr/>
        <a:lstStyle/>
        <a:p>
          <a:endParaRPr lang="de-DE"/>
        </a:p>
      </dgm:t>
    </dgm:pt>
    <dgm:pt modelId="{E59C1D21-5B79-46F0-A927-21F6D6DC940E}" type="sibTrans" cxnId="{80CE412E-22CF-4CD5-BBC0-BE30357FC823}">
      <dgm:prSet/>
      <dgm:spPr/>
      <dgm:t>
        <a:bodyPr/>
        <a:lstStyle/>
        <a:p>
          <a:endParaRPr lang="de-DE"/>
        </a:p>
      </dgm:t>
    </dgm:pt>
    <dgm:pt modelId="{9973368C-984D-4312-A399-DCB023EE31AE}">
      <dgm:prSet phldrT="[Text]" phldr="0"/>
      <dgm:spPr/>
      <dgm:t>
        <a:bodyPr/>
        <a:lstStyle/>
        <a:p>
          <a:pPr>
            <a:buNone/>
          </a:pPr>
          <a:r>
            <a:rPr lang="de-DE" dirty="0"/>
            <a:t>Total: +1</a:t>
          </a:r>
        </a:p>
      </dgm:t>
    </dgm:pt>
    <dgm:pt modelId="{2BC34FF9-0CB5-4F3C-BB96-3DD1A7EBDC4E}" type="parTrans" cxnId="{CCD0A33F-3AB4-4E74-8CB7-67F979D3BBDC}">
      <dgm:prSet/>
      <dgm:spPr/>
      <dgm:t>
        <a:bodyPr/>
        <a:lstStyle/>
        <a:p>
          <a:endParaRPr lang="de-DE"/>
        </a:p>
      </dgm:t>
    </dgm:pt>
    <dgm:pt modelId="{FC1A5BD6-04E3-4ECA-892A-9CCAF45DE5BB}" type="sibTrans" cxnId="{CCD0A33F-3AB4-4E74-8CB7-67F979D3BBDC}">
      <dgm:prSet/>
      <dgm:spPr/>
      <dgm:t>
        <a:bodyPr/>
        <a:lstStyle/>
        <a:p>
          <a:endParaRPr lang="de-DE"/>
        </a:p>
      </dgm:t>
    </dgm:pt>
    <dgm:pt modelId="{37C8D6B5-1CF3-4CD4-B537-679F929E538C}" type="pres">
      <dgm:prSet presAssocID="{BF51BE6E-21BF-4F95-B420-9E884450F162}" presName="Name0" presStyleCnt="0">
        <dgm:presLayoutVars>
          <dgm:dir/>
          <dgm:animLvl val="lvl"/>
          <dgm:resizeHandles val="exact"/>
        </dgm:presLayoutVars>
      </dgm:prSet>
      <dgm:spPr/>
    </dgm:pt>
    <dgm:pt modelId="{76FFB19D-0B1E-4D62-8D45-95E2FD76306D}" type="pres">
      <dgm:prSet presAssocID="{5C6BE2E2-C887-4193-9B3E-0E466A117904}" presName="composite" presStyleCnt="0"/>
      <dgm:spPr/>
    </dgm:pt>
    <dgm:pt modelId="{4772486C-15F9-4F67-8381-869FF286CDAE}" type="pres">
      <dgm:prSet presAssocID="{5C6BE2E2-C887-4193-9B3E-0E466A117904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F18B80B-A2E7-4BCD-AAF5-F2141F3B806E}" type="pres">
      <dgm:prSet presAssocID="{5C6BE2E2-C887-4193-9B3E-0E466A117904}" presName="desTx" presStyleLbl="revTx" presStyleIdx="0" presStyleCnt="5">
        <dgm:presLayoutVars>
          <dgm:bulletEnabled val="1"/>
        </dgm:presLayoutVars>
      </dgm:prSet>
      <dgm:spPr/>
    </dgm:pt>
    <dgm:pt modelId="{1A603214-E063-4044-9C51-473525CBFD14}" type="pres">
      <dgm:prSet presAssocID="{3F543C1E-B515-4EDB-8B4E-30213E52035A}" presName="space" presStyleCnt="0"/>
      <dgm:spPr/>
    </dgm:pt>
    <dgm:pt modelId="{EBEFF5C9-3C41-4FD4-953C-82FB867D7BE7}" type="pres">
      <dgm:prSet presAssocID="{2243689F-59A6-4E82-AE5D-2FDA361001BA}" presName="composite" presStyleCnt="0"/>
      <dgm:spPr/>
    </dgm:pt>
    <dgm:pt modelId="{5BAB6DA8-554C-4896-97B9-27D07A550B94}" type="pres">
      <dgm:prSet presAssocID="{2243689F-59A6-4E82-AE5D-2FDA361001BA}" presName="par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ACA39D9E-3B37-47C6-80F6-0148FED47370}" type="pres">
      <dgm:prSet presAssocID="{2243689F-59A6-4E82-AE5D-2FDA361001BA}" presName="desTx" presStyleLbl="revTx" presStyleIdx="0" presStyleCnt="5">
        <dgm:presLayoutVars>
          <dgm:bulletEnabled val="1"/>
        </dgm:presLayoutVars>
      </dgm:prSet>
      <dgm:spPr/>
    </dgm:pt>
    <dgm:pt modelId="{15991451-0892-44B9-8D39-0BF46E986448}" type="pres">
      <dgm:prSet presAssocID="{E59C1D21-5B79-46F0-A927-21F6D6DC940E}" presName="space" presStyleCnt="0"/>
      <dgm:spPr/>
    </dgm:pt>
    <dgm:pt modelId="{320754D8-1C62-4CBF-A7A2-BC97BE9ABF7E}" type="pres">
      <dgm:prSet presAssocID="{AE9A334D-C292-4865-89A3-85909EE0A993}" presName="composite" presStyleCnt="0"/>
      <dgm:spPr/>
    </dgm:pt>
    <dgm:pt modelId="{C8E9D5A8-5EBD-4956-8C27-5842443B0221}" type="pres">
      <dgm:prSet presAssocID="{AE9A334D-C292-4865-89A3-85909EE0A993}" presName="par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AF264E7E-A0AF-4A39-A9DD-B82163250F67}" type="pres">
      <dgm:prSet presAssocID="{AE9A334D-C292-4865-89A3-85909EE0A993}" presName="desTx" presStyleLbl="revTx" presStyleIdx="1" presStyleCnt="5">
        <dgm:presLayoutVars>
          <dgm:bulletEnabled val="1"/>
        </dgm:presLayoutVars>
      </dgm:prSet>
      <dgm:spPr/>
    </dgm:pt>
    <dgm:pt modelId="{D2543088-D5A7-4346-AA68-F14611E06BBB}" type="pres">
      <dgm:prSet presAssocID="{563F71B5-F986-40B5-B01D-13B26F92972D}" presName="space" presStyleCnt="0"/>
      <dgm:spPr/>
    </dgm:pt>
    <dgm:pt modelId="{4E22463E-5332-4A2C-9E26-D20BA89B57E7}" type="pres">
      <dgm:prSet presAssocID="{6418B737-2A40-4178-A3AD-A36F728DFBF7}" presName="composite" presStyleCnt="0"/>
      <dgm:spPr/>
    </dgm:pt>
    <dgm:pt modelId="{09DF3074-45A0-4188-8ECF-78313F9E1564}" type="pres">
      <dgm:prSet presAssocID="{6418B737-2A40-4178-A3AD-A36F728DFBF7}" presName="par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C759024C-0D94-4467-BBF8-3790563F8BDF}" type="pres">
      <dgm:prSet presAssocID="{6418B737-2A40-4178-A3AD-A36F728DFBF7}" presName="desTx" presStyleLbl="revTx" presStyleIdx="2" presStyleCnt="5">
        <dgm:presLayoutVars>
          <dgm:bulletEnabled val="1"/>
        </dgm:presLayoutVars>
      </dgm:prSet>
      <dgm:spPr/>
    </dgm:pt>
    <dgm:pt modelId="{DFA39C71-139A-43E4-870E-83C8F7AF866A}" type="pres">
      <dgm:prSet presAssocID="{1868B183-7E5D-4DDF-BCA7-588D58BA0AD4}" presName="space" presStyleCnt="0"/>
      <dgm:spPr/>
    </dgm:pt>
    <dgm:pt modelId="{75F43B4F-2BE9-49FA-B684-A269C47D49F2}" type="pres">
      <dgm:prSet presAssocID="{2867A5B5-56A8-4861-AE00-9DEF9765A23E}" presName="composite" presStyleCnt="0"/>
      <dgm:spPr/>
    </dgm:pt>
    <dgm:pt modelId="{37E4A32C-F7F2-4B5A-9972-688881C2FE09}" type="pres">
      <dgm:prSet presAssocID="{2867A5B5-56A8-4861-AE00-9DEF9765A23E}" presName="par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A4CE2CC1-A0B5-4B71-879D-DC878BDECF36}" type="pres">
      <dgm:prSet presAssocID="{2867A5B5-56A8-4861-AE00-9DEF9765A23E}" presName="desTx" presStyleLbl="revTx" presStyleIdx="3" presStyleCnt="5">
        <dgm:presLayoutVars>
          <dgm:bulletEnabled val="1"/>
        </dgm:presLayoutVars>
      </dgm:prSet>
      <dgm:spPr/>
    </dgm:pt>
    <dgm:pt modelId="{C955C81F-2389-4B07-837D-0A117E4EE47F}" type="pres">
      <dgm:prSet presAssocID="{3F6C9085-12F2-4F51-9A30-C8B658BB9417}" presName="space" presStyleCnt="0"/>
      <dgm:spPr/>
    </dgm:pt>
    <dgm:pt modelId="{07C3CCCF-E923-4889-A53C-63F9A24C2A95}" type="pres">
      <dgm:prSet presAssocID="{43EB8866-7ACA-4469-9088-13B624AC159B}" presName="composite" presStyleCnt="0"/>
      <dgm:spPr/>
    </dgm:pt>
    <dgm:pt modelId="{6B1B1293-B58F-4688-9F58-9E74029BD1EA}" type="pres">
      <dgm:prSet presAssocID="{43EB8866-7ACA-4469-9088-13B624AC159B}" presName="parTx" presStyleLbl="node1" presStyleIdx="5" presStyleCnt="6">
        <dgm:presLayoutVars>
          <dgm:chMax val="0"/>
          <dgm:chPref val="0"/>
          <dgm:bulletEnabled val="1"/>
        </dgm:presLayoutVars>
      </dgm:prSet>
      <dgm:spPr/>
    </dgm:pt>
    <dgm:pt modelId="{4F429302-7D3E-4297-B80D-58B20D9E6036}" type="pres">
      <dgm:prSet presAssocID="{43EB8866-7ACA-4469-9088-13B624AC159B}" presName="desTx" presStyleLbl="revTx" presStyleIdx="4" presStyleCnt="5">
        <dgm:presLayoutVars>
          <dgm:bulletEnabled val="1"/>
        </dgm:presLayoutVars>
      </dgm:prSet>
      <dgm:spPr/>
    </dgm:pt>
  </dgm:ptLst>
  <dgm:cxnLst>
    <dgm:cxn modelId="{C039F001-45B3-4452-9E4B-8E2729FA344A}" srcId="{AE9A334D-C292-4865-89A3-85909EE0A993}" destId="{F1C99BBA-BB2B-47AB-9BA2-B170AA755FE3}" srcOrd="2" destOrd="0" parTransId="{D58F7DA4-CCAC-49E1-948A-F2D842080922}" sibTransId="{027A5C65-C41D-41F7-AE08-0A96EE11B6B8}"/>
    <dgm:cxn modelId="{601F7D05-613D-4E80-AB08-6B524032A1CC}" type="presOf" srcId="{190625BD-3774-4D6F-9AAA-3FE79D2A7954}" destId="{A4CE2CC1-A0B5-4B71-879D-DC878BDECF36}" srcOrd="0" destOrd="0" presId="urn:microsoft.com/office/officeart/2005/8/layout/chevron1"/>
    <dgm:cxn modelId="{3C53D50D-37EA-4783-9B9C-B89AD7981D61}" type="presOf" srcId="{BAB75622-01D3-4049-AFFD-B639416CCE96}" destId="{A4CE2CC1-A0B5-4B71-879D-DC878BDECF36}" srcOrd="0" destOrd="2" presId="urn:microsoft.com/office/officeart/2005/8/layout/chevron1"/>
    <dgm:cxn modelId="{430A3F0E-80CE-4B75-B6F0-462014B672D0}" type="presOf" srcId="{6418B737-2A40-4178-A3AD-A36F728DFBF7}" destId="{09DF3074-45A0-4188-8ECF-78313F9E1564}" srcOrd="0" destOrd="0" presId="urn:microsoft.com/office/officeart/2005/8/layout/chevron1"/>
    <dgm:cxn modelId="{F273790F-5712-45FE-A433-8717A167DF7B}" srcId="{43EB8866-7ACA-4469-9088-13B624AC159B}" destId="{9C796C7C-6FDE-49F5-BDA8-FACA0A3CB5BF}" srcOrd="1" destOrd="0" parTransId="{FF2EF47F-1344-4C32-B343-78FA919297DE}" sibTransId="{398C5623-F42F-40CA-A27B-D1D849C00D09}"/>
    <dgm:cxn modelId="{CE00FC12-BC03-4740-A7F0-95B329879BA6}" type="presOf" srcId="{9F67C4EE-ADDB-4481-B10E-568C395DA82A}" destId="{ACA39D9E-3B37-47C6-80F6-0148FED47370}" srcOrd="0" destOrd="0" presId="urn:microsoft.com/office/officeart/2005/8/layout/chevron1"/>
    <dgm:cxn modelId="{C5801F14-34DE-4B5C-B0AD-C6562525F650}" srcId="{43EB8866-7ACA-4469-9088-13B624AC159B}" destId="{ED5C022D-DEB4-43E6-920A-E63271D0E377}" srcOrd="0" destOrd="0" parTransId="{00BFB1BC-13DD-424A-A2A7-FE9B4BDD1934}" sibTransId="{A4430072-91C4-42AD-9BD1-95CA24B44ED7}"/>
    <dgm:cxn modelId="{260BD615-0334-4BEE-B259-E49556D370DF}" type="presOf" srcId="{AE9A334D-C292-4865-89A3-85909EE0A993}" destId="{C8E9D5A8-5EBD-4956-8C27-5842443B0221}" srcOrd="0" destOrd="0" presId="urn:microsoft.com/office/officeart/2005/8/layout/chevron1"/>
    <dgm:cxn modelId="{D93EEF15-7CF4-4B16-9393-9B63DA80D179}" type="presOf" srcId="{E9C529C9-DC03-49CE-8690-87C1D8850FDA}" destId="{AF264E7E-A0AF-4A39-A9DD-B82163250F67}" srcOrd="0" destOrd="0" presId="urn:microsoft.com/office/officeart/2005/8/layout/chevron1"/>
    <dgm:cxn modelId="{EB810B21-6EB6-4F5A-8CEC-91EA7FD2E6CD}" type="presOf" srcId="{9C796C7C-6FDE-49F5-BDA8-FACA0A3CB5BF}" destId="{4F429302-7D3E-4297-B80D-58B20D9E6036}" srcOrd="0" destOrd="1" presId="urn:microsoft.com/office/officeart/2005/8/layout/chevron1"/>
    <dgm:cxn modelId="{84B3C029-2015-4885-98B7-3A677FE59F7C}" type="presOf" srcId="{43EB8866-7ACA-4469-9088-13B624AC159B}" destId="{6B1B1293-B58F-4688-9F58-9E74029BD1EA}" srcOrd="0" destOrd="0" presId="urn:microsoft.com/office/officeart/2005/8/layout/chevron1"/>
    <dgm:cxn modelId="{E782042B-656B-4776-9FC5-935781B78D80}" srcId="{2867A5B5-56A8-4861-AE00-9DEF9765A23E}" destId="{BAB75622-01D3-4049-AFFD-B639416CCE96}" srcOrd="2" destOrd="0" parTransId="{D91AEB7B-7AC9-4DDC-BF4C-D0FACF9ABB2C}" sibTransId="{6E309C6C-9301-4BC0-B141-3C9015D184E6}"/>
    <dgm:cxn modelId="{C6BDF12D-7F1D-4AB2-AC9E-7D9C3954D1DA}" srcId="{2243689F-59A6-4E82-AE5D-2FDA361001BA}" destId="{F2D4C6A1-C849-4DAD-A564-675B8B700A23}" srcOrd="1" destOrd="0" parTransId="{7F0935D3-6F97-4297-A27A-B3479FE7C1A4}" sibTransId="{164A3D36-0143-4FFF-856A-AAC08D5F1F13}"/>
    <dgm:cxn modelId="{80CE412E-22CF-4CD5-BBC0-BE30357FC823}" srcId="{BF51BE6E-21BF-4F95-B420-9E884450F162}" destId="{2243689F-59A6-4E82-AE5D-2FDA361001BA}" srcOrd="1" destOrd="0" parTransId="{D4F8DA97-BA6B-4FB4-858F-145552876E7E}" sibTransId="{E59C1D21-5B79-46F0-A927-21F6D6DC940E}"/>
    <dgm:cxn modelId="{FF6F5333-02D5-4C4F-960E-20C9750D788D}" type="presOf" srcId="{BF51BE6E-21BF-4F95-B420-9E884450F162}" destId="{37C8D6B5-1CF3-4CD4-B537-679F929E538C}" srcOrd="0" destOrd="0" presId="urn:microsoft.com/office/officeart/2005/8/layout/chevron1"/>
    <dgm:cxn modelId="{EDB61936-7871-4FC4-89EE-F4197DEE7E64}" type="presOf" srcId="{5C6BE2E2-C887-4193-9B3E-0E466A117904}" destId="{4772486C-15F9-4F67-8381-869FF286CDAE}" srcOrd="0" destOrd="0" presId="urn:microsoft.com/office/officeart/2005/8/layout/chevron1"/>
    <dgm:cxn modelId="{FCC24C36-AFA9-4B54-8B8D-FC364FB2809B}" type="presOf" srcId="{9973368C-984D-4312-A399-DCB023EE31AE}" destId="{4F429302-7D3E-4297-B80D-58B20D9E6036}" srcOrd="0" destOrd="3" presId="urn:microsoft.com/office/officeart/2005/8/layout/chevron1"/>
    <dgm:cxn modelId="{2E8C8539-7C24-43EE-B685-F7353FBC26A4}" srcId="{2867A5B5-56A8-4861-AE00-9DEF9765A23E}" destId="{190625BD-3774-4D6F-9AAA-3FE79D2A7954}" srcOrd="0" destOrd="0" parTransId="{15C7BA74-5B69-400D-947B-38F59310FE1E}" sibTransId="{BDEE12A7-63C5-40CC-99D2-D2A694A4A4F3}"/>
    <dgm:cxn modelId="{FB064E3E-EA0F-4CF8-9145-5F0AD5428DE6}" type="presOf" srcId="{2867A5B5-56A8-4861-AE00-9DEF9765A23E}" destId="{37E4A32C-F7F2-4B5A-9972-688881C2FE09}" srcOrd="0" destOrd="0" presId="urn:microsoft.com/office/officeart/2005/8/layout/chevron1"/>
    <dgm:cxn modelId="{4443723E-6A1A-47BC-8055-619890B68640}" srcId="{AE9A334D-C292-4865-89A3-85909EE0A993}" destId="{8811E6A8-19C0-4118-9826-8672D2E8C19D}" srcOrd="1" destOrd="0" parTransId="{E0D9EE8D-EBF6-440C-A804-3004B93B7382}" sibTransId="{8858F30B-8BF2-4F08-8166-7A7E435F8813}"/>
    <dgm:cxn modelId="{CCD0A33F-3AB4-4E74-8CB7-67F979D3BBDC}" srcId="{43EB8866-7ACA-4469-9088-13B624AC159B}" destId="{9973368C-984D-4312-A399-DCB023EE31AE}" srcOrd="3" destOrd="0" parTransId="{2BC34FF9-0CB5-4F3C-BB96-3DD1A7EBDC4E}" sibTransId="{FC1A5BD6-04E3-4ECA-892A-9CCAF45DE5BB}"/>
    <dgm:cxn modelId="{3FC23C5F-E628-4F05-8AEE-FDFAFFC0F278}" srcId="{2867A5B5-56A8-4861-AE00-9DEF9765A23E}" destId="{6E1E64A0-AD24-4BDC-9EF9-874082B732A6}" srcOrd="1" destOrd="0" parTransId="{6341CB5B-B21C-4574-9F99-8CB16BA17C96}" sibTransId="{0FAC9677-A3EB-4221-9879-1D41174D51F6}"/>
    <dgm:cxn modelId="{00234041-9903-4192-B36F-1A2FCB0C357B}" type="presOf" srcId="{AE579E79-B9C2-4C2F-A525-B0909FD1352C}" destId="{C759024C-0D94-4467-BBF8-3790563F8BDF}" srcOrd="0" destOrd="0" presId="urn:microsoft.com/office/officeart/2005/8/layout/chevron1"/>
    <dgm:cxn modelId="{7523CF68-6F21-4570-9A27-84F5CB4BC8E7}" type="presOf" srcId="{ED5C022D-DEB4-43E6-920A-E63271D0E377}" destId="{4F429302-7D3E-4297-B80D-58B20D9E6036}" srcOrd="0" destOrd="0" presId="urn:microsoft.com/office/officeart/2005/8/layout/chevron1"/>
    <dgm:cxn modelId="{D80B9C6A-1EA8-4AA6-893A-F55292C701B9}" srcId="{BF51BE6E-21BF-4F95-B420-9E884450F162}" destId="{43EB8866-7ACA-4469-9088-13B624AC159B}" srcOrd="5" destOrd="0" parTransId="{02A1E8A1-25DE-44DC-A5E0-4858D61D25F5}" sibTransId="{E891DE49-331E-444F-AA93-8E07A1681541}"/>
    <dgm:cxn modelId="{BC3F9150-473E-4F0B-BC2C-F3A03626B28E}" srcId="{2243689F-59A6-4E82-AE5D-2FDA361001BA}" destId="{CF8D6E49-0A56-43B0-B809-E8EE7C6DBF88}" srcOrd="2" destOrd="0" parTransId="{6FA9AF1A-5AF5-4D8C-9C8B-7802E5F45C51}" sibTransId="{3F391CD8-50B0-44BB-8104-688C1F039328}"/>
    <dgm:cxn modelId="{34B8FC58-93DF-48B7-BCCA-D16D3BCDE982}" srcId="{BF51BE6E-21BF-4F95-B420-9E884450F162}" destId="{AE9A334D-C292-4865-89A3-85909EE0A993}" srcOrd="2" destOrd="0" parTransId="{18A32B9C-7671-44F8-90DA-39A7759780F9}" sibTransId="{563F71B5-F986-40B5-B01D-13B26F92972D}"/>
    <dgm:cxn modelId="{B2C4B37C-ED3B-41E6-948F-81282AB2694F}" type="presOf" srcId="{57ACD1CC-F664-4223-89F4-4CECFF27B87A}" destId="{C759024C-0D94-4467-BBF8-3790563F8BDF}" srcOrd="0" destOrd="1" presId="urn:microsoft.com/office/officeart/2005/8/layout/chevron1"/>
    <dgm:cxn modelId="{6BE93A87-ED99-4289-BECC-C0E540B935FD}" type="presOf" srcId="{B87C20AA-2531-48B7-AC3E-606A18445D33}" destId="{4F429302-7D3E-4297-B80D-58B20D9E6036}" srcOrd="0" destOrd="2" presId="urn:microsoft.com/office/officeart/2005/8/layout/chevron1"/>
    <dgm:cxn modelId="{29C3788E-A2B1-4B92-8B6B-9A85D72884D1}" type="presOf" srcId="{44F2DBAB-9374-42AF-A744-4A25D567DC60}" destId="{C759024C-0D94-4467-BBF8-3790563F8BDF}" srcOrd="0" destOrd="2" presId="urn:microsoft.com/office/officeart/2005/8/layout/chevron1"/>
    <dgm:cxn modelId="{52659F9C-4539-45E0-A6FA-1BC2E1E27C84}" srcId="{43EB8866-7ACA-4469-9088-13B624AC159B}" destId="{B87C20AA-2531-48B7-AC3E-606A18445D33}" srcOrd="2" destOrd="0" parTransId="{A8BE020E-42AE-4684-9A5A-A53DB0F3C6F5}" sibTransId="{6D32EBA3-1636-4F77-8A94-6065784CF49D}"/>
    <dgm:cxn modelId="{84A791A7-114D-4DF3-BE55-C496D4892245}" type="presOf" srcId="{F2D4C6A1-C849-4DAD-A564-675B8B700A23}" destId="{ACA39D9E-3B37-47C6-80F6-0148FED47370}" srcOrd="0" destOrd="1" presId="urn:microsoft.com/office/officeart/2005/8/layout/chevron1"/>
    <dgm:cxn modelId="{B33B00B0-1A65-4EBF-B8F7-2CBF2C7AB3A9}" srcId="{6418B737-2A40-4178-A3AD-A36F728DFBF7}" destId="{44F2DBAB-9374-42AF-A744-4A25D567DC60}" srcOrd="2" destOrd="0" parTransId="{2464EBA9-52BB-4ED1-9DD1-6F0B6CFD4E85}" sibTransId="{9896BB4D-83FE-407E-8788-CF4ABC2BD70C}"/>
    <dgm:cxn modelId="{F22081B3-7187-4179-9FB2-CDC2694C830F}" srcId="{2243689F-59A6-4E82-AE5D-2FDA361001BA}" destId="{9F67C4EE-ADDB-4481-B10E-568C395DA82A}" srcOrd="0" destOrd="0" parTransId="{133DCB84-20FF-4C79-B419-6924CECFB65D}" sibTransId="{11C39B0B-C781-4B13-9467-A68E02B898AC}"/>
    <dgm:cxn modelId="{72F214B9-02EB-45FF-B28F-267D8DC00FD6}" type="presOf" srcId="{6E1E64A0-AD24-4BDC-9EF9-874082B732A6}" destId="{A4CE2CC1-A0B5-4B71-879D-DC878BDECF36}" srcOrd="0" destOrd="1" presId="urn:microsoft.com/office/officeart/2005/8/layout/chevron1"/>
    <dgm:cxn modelId="{22B919BB-F50A-406F-9971-928069ADCE8E}" srcId="{BF51BE6E-21BF-4F95-B420-9E884450F162}" destId="{6418B737-2A40-4178-A3AD-A36F728DFBF7}" srcOrd="3" destOrd="0" parTransId="{4CBD654F-08A7-443C-9DF4-DDD575F477D4}" sibTransId="{1868B183-7E5D-4DDF-BCA7-588D58BA0AD4}"/>
    <dgm:cxn modelId="{B067FBC2-507F-42A3-8C84-F6E9114341E8}" type="presOf" srcId="{CF8D6E49-0A56-43B0-B809-E8EE7C6DBF88}" destId="{ACA39D9E-3B37-47C6-80F6-0148FED47370}" srcOrd="0" destOrd="2" presId="urn:microsoft.com/office/officeart/2005/8/layout/chevron1"/>
    <dgm:cxn modelId="{C6A696DA-A6AA-4B6F-BEC2-A0E0D15189BF}" type="presOf" srcId="{F1C99BBA-BB2B-47AB-9BA2-B170AA755FE3}" destId="{AF264E7E-A0AF-4A39-A9DD-B82163250F67}" srcOrd="0" destOrd="2" presId="urn:microsoft.com/office/officeart/2005/8/layout/chevron1"/>
    <dgm:cxn modelId="{07809FDA-0810-41C3-B66B-2CBF2D3D2007}" type="presOf" srcId="{8811E6A8-19C0-4118-9826-8672D2E8C19D}" destId="{AF264E7E-A0AF-4A39-A9DD-B82163250F67}" srcOrd="0" destOrd="1" presId="urn:microsoft.com/office/officeart/2005/8/layout/chevron1"/>
    <dgm:cxn modelId="{B3ED07DC-E4D0-45B7-AB9B-118CE7FAC99F}" srcId="{AE9A334D-C292-4865-89A3-85909EE0A993}" destId="{E9C529C9-DC03-49CE-8690-87C1D8850FDA}" srcOrd="0" destOrd="0" parTransId="{532B99EB-A578-4506-A41A-91708985B852}" sibTransId="{E743C15F-B7C2-4D6B-8F66-96BC062D92BC}"/>
    <dgm:cxn modelId="{38BF37DF-A745-41F8-94F8-B737AF9B12DD}" srcId="{6418B737-2A40-4178-A3AD-A36F728DFBF7}" destId="{57ACD1CC-F664-4223-89F4-4CECFF27B87A}" srcOrd="1" destOrd="0" parTransId="{37F23F82-7AC9-4F91-A2B4-90B1BE18C301}" sibTransId="{87ECD774-E83C-47B3-8493-936157DDB391}"/>
    <dgm:cxn modelId="{461C91EC-C0DE-43A6-BDD7-0EA83BE10FFE}" type="presOf" srcId="{2243689F-59A6-4E82-AE5D-2FDA361001BA}" destId="{5BAB6DA8-554C-4896-97B9-27D07A550B94}" srcOrd="0" destOrd="0" presId="urn:microsoft.com/office/officeart/2005/8/layout/chevron1"/>
    <dgm:cxn modelId="{6DA0D8F0-0797-46A5-88F2-7A8A8C65D089}" srcId="{6418B737-2A40-4178-A3AD-A36F728DFBF7}" destId="{AE579E79-B9C2-4C2F-A525-B0909FD1352C}" srcOrd="0" destOrd="0" parTransId="{42BAD9C7-2261-4D89-98CB-4B5117A0BF5B}" sibTransId="{816B22C0-43CD-49A6-AE42-D1E0E6394546}"/>
    <dgm:cxn modelId="{8EEFF1F6-6A57-4D37-A665-2F6F908139F5}" srcId="{BF51BE6E-21BF-4F95-B420-9E884450F162}" destId="{5C6BE2E2-C887-4193-9B3E-0E466A117904}" srcOrd="0" destOrd="0" parTransId="{9719DC72-3C91-482B-AC27-8C04FF9D15EE}" sibTransId="{3F543C1E-B515-4EDB-8B4E-30213E52035A}"/>
    <dgm:cxn modelId="{497940F7-61AF-48B9-9E56-C631ABA98B2B}" srcId="{BF51BE6E-21BF-4F95-B420-9E884450F162}" destId="{2867A5B5-56A8-4861-AE00-9DEF9765A23E}" srcOrd="4" destOrd="0" parTransId="{4DAC99D9-3F88-4A6E-8A05-A50EB870E0B1}" sibTransId="{3F6C9085-12F2-4F51-9A30-C8B658BB9417}"/>
    <dgm:cxn modelId="{3ED0B104-3C8C-47AD-A1DD-9DF1F1AE1F06}" type="presParOf" srcId="{37C8D6B5-1CF3-4CD4-B537-679F929E538C}" destId="{76FFB19D-0B1E-4D62-8D45-95E2FD76306D}" srcOrd="0" destOrd="0" presId="urn:microsoft.com/office/officeart/2005/8/layout/chevron1"/>
    <dgm:cxn modelId="{A321363A-3C3C-40F1-8244-BC63E29B56DC}" type="presParOf" srcId="{76FFB19D-0B1E-4D62-8D45-95E2FD76306D}" destId="{4772486C-15F9-4F67-8381-869FF286CDAE}" srcOrd="0" destOrd="0" presId="urn:microsoft.com/office/officeart/2005/8/layout/chevron1"/>
    <dgm:cxn modelId="{1B6643E9-1285-4C39-832C-238BAD9FA1EF}" type="presParOf" srcId="{76FFB19D-0B1E-4D62-8D45-95E2FD76306D}" destId="{7F18B80B-A2E7-4BCD-AAF5-F2141F3B806E}" srcOrd="1" destOrd="0" presId="urn:microsoft.com/office/officeart/2005/8/layout/chevron1"/>
    <dgm:cxn modelId="{A6457075-4575-43F9-B00B-7FD6CE3427B8}" type="presParOf" srcId="{37C8D6B5-1CF3-4CD4-B537-679F929E538C}" destId="{1A603214-E063-4044-9C51-473525CBFD14}" srcOrd="1" destOrd="0" presId="urn:microsoft.com/office/officeart/2005/8/layout/chevron1"/>
    <dgm:cxn modelId="{CE173B61-9896-43C6-A047-086F707C80FF}" type="presParOf" srcId="{37C8D6B5-1CF3-4CD4-B537-679F929E538C}" destId="{EBEFF5C9-3C41-4FD4-953C-82FB867D7BE7}" srcOrd="2" destOrd="0" presId="urn:microsoft.com/office/officeart/2005/8/layout/chevron1"/>
    <dgm:cxn modelId="{3FB642DC-0FF4-43C3-838F-9D2B135AF444}" type="presParOf" srcId="{EBEFF5C9-3C41-4FD4-953C-82FB867D7BE7}" destId="{5BAB6DA8-554C-4896-97B9-27D07A550B94}" srcOrd="0" destOrd="0" presId="urn:microsoft.com/office/officeart/2005/8/layout/chevron1"/>
    <dgm:cxn modelId="{6630A9C6-1050-4119-AD15-F5F57A40FD52}" type="presParOf" srcId="{EBEFF5C9-3C41-4FD4-953C-82FB867D7BE7}" destId="{ACA39D9E-3B37-47C6-80F6-0148FED47370}" srcOrd="1" destOrd="0" presId="urn:microsoft.com/office/officeart/2005/8/layout/chevron1"/>
    <dgm:cxn modelId="{43369CBC-54F4-4787-8340-918DD0D5C3B5}" type="presParOf" srcId="{37C8D6B5-1CF3-4CD4-B537-679F929E538C}" destId="{15991451-0892-44B9-8D39-0BF46E986448}" srcOrd="3" destOrd="0" presId="urn:microsoft.com/office/officeart/2005/8/layout/chevron1"/>
    <dgm:cxn modelId="{7CB08F4B-04A6-4C8F-BBE0-4A6E5FCF5F0D}" type="presParOf" srcId="{37C8D6B5-1CF3-4CD4-B537-679F929E538C}" destId="{320754D8-1C62-4CBF-A7A2-BC97BE9ABF7E}" srcOrd="4" destOrd="0" presId="urn:microsoft.com/office/officeart/2005/8/layout/chevron1"/>
    <dgm:cxn modelId="{42FB3955-321A-40A7-9B15-CB35C1E72F8A}" type="presParOf" srcId="{320754D8-1C62-4CBF-A7A2-BC97BE9ABF7E}" destId="{C8E9D5A8-5EBD-4956-8C27-5842443B0221}" srcOrd="0" destOrd="0" presId="urn:microsoft.com/office/officeart/2005/8/layout/chevron1"/>
    <dgm:cxn modelId="{20FC6332-FB98-4903-A470-1804A94246D0}" type="presParOf" srcId="{320754D8-1C62-4CBF-A7A2-BC97BE9ABF7E}" destId="{AF264E7E-A0AF-4A39-A9DD-B82163250F67}" srcOrd="1" destOrd="0" presId="urn:microsoft.com/office/officeart/2005/8/layout/chevron1"/>
    <dgm:cxn modelId="{79A2E942-B992-4651-B5A1-99DC95EE24CF}" type="presParOf" srcId="{37C8D6B5-1CF3-4CD4-B537-679F929E538C}" destId="{D2543088-D5A7-4346-AA68-F14611E06BBB}" srcOrd="5" destOrd="0" presId="urn:microsoft.com/office/officeart/2005/8/layout/chevron1"/>
    <dgm:cxn modelId="{83DFB076-AD6C-40B8-BAFD-A04E75913A62}" type="presParOf" srcId="{37C8D6B5-1CF3-4CD4-B537-679F929E538C}" destId="{4E22463E-5332-4A2C-9E26-D20BA89B57E7}" srcOrd="6" destOrd="0" presId="urn:microsoft.com/office/officeart/2005/8/layout/chevron1"/>
    <dgm:cxn modelId="{21F08473-6B24-4780-80BF-D5B36DA3BB0B}" type="presParOf" srcId="{4E22463E-5332-4A2C-9E26-D20BA89B57E7}" destId="{09DF3074-45A0-4188-8ECF-78313F9E1564}" srcOrd="0" destOrd="0" presId="urn:microsoft.com/office/officeart/2005/8/layout/chevron1"/>
    <dgm:cxn modelId="{E21EF048-3C07-4BEA-8CAA-E12374A1772E}" type="presParOf" srcId="{4E22463E-5332-4A2C-9E26-D20BA89B57E7}" destId="{C759024C-0D94-4467-BBF8-3790563F8BDF}" srcOrd="1" destOrd="0" presId="urn:microsoft.com/office/officeart/2005/8/layout/chevron1"/>
    <dgm:cxn modelId="{3D5A311A-912F-4A23-9E06-5B639E3C9A70}" type="presParOf" srcId="{37C8D6B5-1CF3-4CD4-B537-679F929E538C}" destId="{DFA39C71-139A-43E4-870E-83C8F7AF866A}" srcOrd="7" destOrd="0" presId="urn:microsoft.com/office/officeart/2005/8/layout/chevron1"/>
    <dgm:cxn modelId="{F82FC80C-C7B0-4E09-A9F2-EB296E95C419}" type="presParOf" srcId="{37C8D6B5-1CF3-4CD4-B537-679F929E538C}" destId="{75F43B4F-2BE9-49FA-B684-A269C47D49F2}" srcOrd="8" destOrd="0" presId="urn:microsoft.com/office/officeart/2005/8/layout/chevron1"/>
    <dgm:cxn modelId="{CA6E88C6-6E94-4B16-9357-6D68B37B8650}" type="presParOf" srcId="{75F43B4F-2BE9-49FA-B684-A269C47D49F2}" destId="{37E4A32C-F7F2-4B5A-9972-688881C2FE09}" srcOrd="0" destOrd="0" presId="urn:microsoft.com/office/officeart/2005/8/layout/chevron1"/>
    <dgm:cxn modelId="{A1DFAF43-5ADE-477E-B468-7A3D6BBC7A8F}" type="presParOf" srcId="{75F43B4F-2BE9-49FA-B684-A269C47D49F2}" destId="{A4CE2CC1-A0B5-4B71-879D-DC878BDECF36}" srcOrd="1" destOrd="0" presId="urn:microsoft.com/office/officeart/2005/8/layout/chevron1"/>
    <dgm:cxn modelId="{0B2746F3-A676-4E05-94C1-979E0D173589}" type="presParOf" srcId="{37C8D6B5-1CF3-4CD4-B537-679F929E538C}" destId="{C955C81F-2389-4B07-837D-0A117E4EE47F}" srcOrd="9" destOrd="0" presId="urn:microsoft.com/office/officeart/2005/8/layout/chevron1"/>
    <dgm:cxn modelId="{142A1A08-90EC-41EB-B6C2-0438D16F01BE}" type="presParOf" srcId="{37C8D6B5-1CF3-4CD4-B537-679F929E538C}" destId="{07C3CCCF-E923-4889-A53C-63F9A24C2A95}" srcOrd="10" destOrd="0" presId="urn:microsoft.com/office/officeart/2005/8/layout/chevron1"/>
    <dgm:cxn modelId="{6ACA3DE2-B5AA-4264-948F-35295C4BB07D}" type="presParOf" srcId="{07C3CCCF-E923-4889-A53C-63F9A24C2A95}" destId="{6B1B1293-B58F-4688-9F58-9E74029BD1EA}" srcOrd="0" destOrd="0" presId="urn:microsoft.com/office/officeart/2005/8/layout/chevron1"/>
    <dgm:cxn modelId="{2D9C801F-A217-4AA0-86D4-56D941FF71A3}" type="presParOf" srcId="{07C3CCCF-E923-4889-A53C-63F9A24C2A95}" destId="{4F429302-7D3E-4297-B80D-58B20D9E6036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0EB289A-B9AB-428E-A9D7-EEC67DCC93F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9E372607-731B-4DB8-BDC0-D2A87005A09A}">
      <dgm:prSet/>
      <dgm:spPr/>
      <dgm:t>
        <a:bodyPr/>
        <a:lstStyle/>
        <a:p>
          <a:r>
            <a:rPr lang="de-DE"/>
            <a:t>State Design:</a:t>
          </a:r>
        </a:p>
      </dgm:t>
    </dgm:pt>
    <dgm:pt modelId="{38617CDB-3AE6-4DA0-8E29-228C76E4FC90}" type="parTrans" cxnId="{1894B40B-2085-46D7-9010-2EE283C4448C}">
      <dgm:prSet/>
      <dgm:spPr/>
      <dgm:t>
        <a:bodyPr/>
        <a:lstStyle/>
        <a:p>
          <a:endParaRPr lang="de-DE"/>
        </a:p>
      </dgm:t>
    </dgm:pt>
    <dgm:pt modelId="{F157A66D-C1C9-4BF8-AE58-C7E871FCD5E7}" type="sibTrans" cxnId="{1894B40B-2085-46D7-9010-2EE283C4448C}">
      <dgm:prSet/>
      <dgm:spPr/>
      <dgm:t>
        <a:bodyPr/>
        <a:lstStyle/>
        <a:p>
          <a:endParaRPr lang="de-DE"/>
        </a:p>
      </dgm:t>
    </dgm:pt>
    <dgm:pt modelId="{713115E4-E375-4D2D-8C02-4FD6A7555155}">
      <dgm:prSet/>
      <dgm:spPr/>
      <dgm:t>
        <a:bodyPr/>
        <a:lstStyle/>
        <a:p>
          <a:r>
            <a:rPr lang="de-DE" dirty="0"/>
            <a:t>Buffer1Typ: 3 [</a:t>
          </a:r>
          <a:r>
            <a:rPr lang="de-DE" dirty="0" err="1"/>
            <a:t>empty</a:t>
          </a:r>
          <a:r>
            <a:rPr lang="de-DE" dirty="0"/>
            <a:t>; match; </a:t>
          </a:r>
          <a:r>
            <a:rPr lang="de-DE" dirty="0" err="1"/>
            <a:t>mismatch</a:t>
          </a:r>
          <a:r>
            <a:rPr lang="de-DE" dirty="0"/>
            <a:t>]</a:t>
          </a:r>
        </a:p>
      </dgm:t>
    </dgm:pt>
    <dgm:pt modelId="{BD6F692A-9DCE-4368-A059-63FA466154CC}" type="parTrans" cxnId="{1B3B90F2-4CCD-4DEC-BFF2-DE58A363F01A}">
      <dgm:prSet/>
      <dgm:spPr/>
      <dgm:t>
        <a:bodyPr/>
        <a:lstStyle/>
        <a:p>
          <a:endParaRPr lang="de-DE"/>
        </a:p>
      </dgm:t>
    </dgm:pt>
    <dgm:pt modelId="{FDCA5511-906F-476F-863B-9AAC6CADAF58}" type="sibTrans" cxnId="{1B3B90F2-4CCD-4DEC-BFF2-DE58A363F01A}">
      <dgm:prSet/>
      <dgm:spPr/>
      <dgm:t>
        <a:bodyPr/>
        <a:lstStyle/>
        <a:p>
          <a:endParaRPr lang="de-DE"/>
        </a:p>
      </dgm:t>
    </dgm:pt>
    <dgm:pt modelId="{3D51653A-4F11-4249-BA18-67D12A685F19}">
      <dgm:prSet/>
      <dgm:spPr/>
      <dgm:t>
        <a:bodyPr/>
        <a:lstStyle/>
        <a:p>
          <a:r>
            <a:rPr lang="de-DE" dirty="0"/>
            <a:t>Buffer2Typ: 3 [</a:t>
          </a:r>
          <a:r>
            <a:rPr lang="de-DE" dirty="0" err="1"/>
            <a:t>empty</a:t>
          </a:r>
          <a:r>
            <a:rPr lang="de-DE" dirty="0"/>
            <a:t>; match; </a:t>
          </a:r>
          <a:r>
            <a:rPr lang="de-DE" dirty="0" err="1"/>
            <a:t>mismatch</a:t>
          </a:r>
          <a:r>
            <a:rPr lang="de-DE" dirty="0"/>
            <a:t>]</a:t>
          </a:r>
        </a:p>
      </dgm:t>
    </dgm:pt>
    <dgm:pt modelId="{613BB9B7-DFA8-408D-B690-F32CFD9C9E6B}" type="parTrans" cxnId="{9D18F5F1-C768-4EFC-9ADD-A73BFF3AF108}">
      <dgm:prSet/>
      <dgm:spPr/>
      <dgm:t>
        <a:bodyPr/>
        <a:lstStyle/>
        <a:p>
          <a:endParaRPr lang="de-DE"/>
        </a:p>
      </dgm:t>
    </dgm:pt>
    <dgm:pt modelId="{23D7C451-B7BA-4663-8A53-84BEB35BD0B2}" type="sibTrans" cxnId="{9D18F5F1-C768-4EFC-9ADD-A73BFF3AF108}">
      <dgm:prSet/>
      <dgm:spPr/>
      <dgm:t>
        <a:bodyPr/>
        <a:lstStyle/>
        <a:p>
          <a:endParaRPr lang="de-DE"/>
        </a:p>
      </dgm:t>
    </dgm:pt>
    <dgm:pt modelId="{990757BD-D470-46F7-9E21-8C20D6CBC664}">
      <dgm:prSet/>
      <dgm:spPr/>
      <dgm:t>
        <a:bodyPr/>
        <a:lstStyle/>
        <a:p>
          <a:r>
            <a:rPr lang="de-DE" dirty="0"/>
            <a:t>Buffer1cnt: 3 [(0-2); (3-6); (7-9)]</a:t>
          </a:r>
        </a:p>
      </dgm:t>
    </dgm:pt>
    <dgm:pt modelId="{529B9E86-86D1-4337-A965-CE49DCB95B20}" type="parTrans" cxnId="{70204763-4A6E-4212-96CB-26ED6F42EEB0}">
      <dgm:prSet/>
      <dgm:spPr/>
      <dgm:t>
        <a:bodyPr/>
        <a:lstStyle/>
        <a:p>
          <a:endParaRPr lang="de-DE"/>
        </a:p>
      </dgm:t>
    </dgm:pt>
    <dgm:pt modelId="{79612BAA-B769-454A-8B3A-195A14BD6E14}" type="sibTrans" cxnId="{70204763-4A6E-4212-96CB-26ED6F42EEB0}">
      <dgm:prSet/>
      <dgm:spPr/>
      <dgm:t>
        <a:bodyPr/>
        <a:lstStyle/>
        <a:p>
          <a:endParaRPr lang="de-DE"/>
        </a:p>
      </dgm:t>
    </dgm:pt>
    <dgm:pt modelId="{2CC122B1-8E7F-4BA0-B0FB-DB84137BB4AA}">
      <dgm:prSet/>
      <dgm:spPr/>
      <dgm:t>
        <a:bodyPr/>
        <a:lstStyle/>
        <a:p>
          <a:r>
            <a:rPr lang="de-DE"/>
            <a:t>Buffer2cnt: 3 [(0-2); (3-6); (7-9)]</a:t>
          </a:r>
        </a:p>
      </dgm:t>
    </dgm:pt>
    <dgm:pt modelId="{54AD4862-98F2-47F8-BA7A-BB52B61A6A48}" type="parTrans" cxnId="{09ED68D2-3466-488D-8C74-364E011E9367}">
      <dgm:prSet/>
      <dgm:spPr/>
      <dgm:t>
        <a:bodyPr/>
        <a:lstStyle/>
        <a:p>
          <a:endParaRPr lang="de-DE"/>
        </a:p>
      </dgm:t>
    </dgm:pt>
    <dgm:pt modelId="{063F641F-5999-40B1-844A-E25772A62D5E}" type="sibTrans" cxnId="{09ED68D2-3466-488D-8C74-364E011E9367}">
      <dgm:prSet/>
      <dgm:spPr/>
      <dgm:t>
        <a:bodyPr/>
        <a:lstStyle/>
        <a:p>
          <a:endParaRPr lang="de-DE"/>
        </a:p>
      </dgm:t>
    </dgm:pt>
    <dgm:pt modelId="{C58DFD89-F6D1-427D-AF87-F03F65834E66}" type="pres">
      <dgm:prSet presAssocID="{C0EB289A-B9AB-428E-A9D7-EEC67DCC93F0}" presName="linear" presStyleCnt="0">
        <dgm:presLayoutVars>
          <dgm:animLvl val="lvl"/>
          <dgm:resizeHandles val="exact"/>
        </dgm:presLayoutVars>
      </dgm:prSet>
      <dgm:spPr/>
    </dgm:pt>
    <dgm:pt modelId="{5428420C-61AD-4E98-A747-A3B39BDB8644}" type="pres">
      <dgm:prSet presAssocID="{9E372607-731B-4DB8-BDC0-D2A87005A09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6C666AF-6059-412F-95AE-FADB4FA83CF5}" type="pres">
      <dgm:prSet presAssocID="{9E372607-731B-4DB8-BDC0-D2A87005A09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894B40B-2085-46D7-9010-2EE283C4448C}" srcId="{C0EB289A-B9AB-428E-A9D7-EEC67DCC93F0}" destId="{9E372607-731B-4DB8-BDC0-D2A87005A09A}" srcOrd="0" destOrd="0" parTransId="{38617CDB-3AE6-4DA0-8E29-228C76E4FC90}" sibTransId="{F157A66D-C1C9-4BF8-AE58-C7E871FCD5E7}"/>
    <dgm:cxn modelId="{3974F810-64AE-4E58-A5C6-D8AFD663CC0E}" type="presOf" srcId="{C0EB289A-B9AB-428E-A9D7-EEC67DCC93F0}" destId="{C58DFD89-F6D1-427D-AF87-F03F65834E66}" srcOrd="0" destOrd="0" presId="urn:microsoft.com/office/officeart/2005/8/layout/vList2"/>
    <dgm:cxn modelId="{70204763-4A6E-4212-96CB-26ED6F42EEB0}" srcId="{9E372607-731B-4DB8-BDC0-D2A87005A09A}" destId="{990757BD-D470-46F7-9E21-8C20D6CBC664}" srcOrd="2" destOrd="0" parTransId="{529B9E86-86D1-4337-A965-CE49DCB95B20}" sibTransId="{79612BAA-B769-454A-8B3A-195A14BD6E14}"/>
    <dgm:cxn modelId="{8297AB52-F6FD-4F3D-AC3E-97E12ADCF049}" type="presOf" srcId="{3D51653A-4F11-4249-BA18-67D12A685F19}" destId="{E6C666AF-6059-412F-95AE-FADB4FA83CF5}" srcOrd="0" destOrd="1" presId="urn:microsoft.com/office/officeart/2005/8/layout/vList2"/>
    <dgm:cxn modelId="{ACF70877-7324-479C-831A-7A2FB4F8AD6E}" type="presOf" srcId="{2CC122B1-8E7F-4BA0-B0FB-DB84137BB4AA}" destId="{E6C666AF-6059-412F-95AE-FADB4FA83CF5}" srcOrd="0" destOrd="3" presId="urn:microsoft.com/office/officeart/2005/8/layout/vList2"/>
    <dgm:cxn modelId="{217D7E77-F596-4D03-871B-C43267512377}" type="presOf" srcId="{713115E4-E375-4D2D-8C02-4FD6A7555155}" destId="{E6C666AF-6059-412F-95AE-FADB4FA83CF5}" srcOrd="0" destOrd="0" presId="urn:microsoft.com/office/officeart/2005/8/layout/vList2"/>
    <dgm:cxn modelId="{4DF3649B-911E-4ADF-AC08-E49AC578DE6E}" type="presOf" srcId="{990757BD-D470-46F7-9E21-8C20D6CBC664}" destId="{E6C666AF-6059-412F-95AE-FADB4FA83CF5}" srcOrd="0" destOrd="2" presId="urn:microsoft.com/office/officeart/2005/8/layout/vList2"/>
    <dgm:cxn modelId="{09ED68D2-3466-488D-8C74-364E011E9367}" srcId="{9E372607-731B-4DB8-BDC0-D2A87005A09A}" destId="{2CC122B1-8E7F-4BA0-B0FB-DB84137BB4AA}" srcOrd="3" destOrd="0" parTransId="{54AD4862-98F2-47F8-BA7A-BB52B61A6A48}" sibTransId="{063F641F-5999-40B1-844A-E25772A62D5E}"/>
    <dgm:cxn modelId="{D64046DE-E3F7-4F32-913A-50101BC9F863}" type="presOf" srcId="{9E372607-731B-4DB8-BDC0-D2A87005A09A}" destId="{5428420C-61AD-4E98-A747-A3B39BDB8644}" srcOrd="0" destOrd="0" presId="urn:microsoft.com/office/officeart/2005/8/layout/vList2"/>
    <dgm:cxn modelId="{9D18F5F1-C768-4EFC-9ADD-A73BFF3AF108}" srcId="{9E372607-731B-4DB8-BDC0-D2A87005A09A}" destId="{3D51653A-4F11-4249-BA18-67D12A685F19}" srcOrd="1" destOrd="0" parTransId="{613BB9B7-DFA8-408D-B690-F32CFD9C9E6B}" sibTransId="{23D7C451-B7BA-4663-8A53-84BEB35BD0B2}"/>
    <dgm:cxn modelId="{1B3B90F2-4CCD-4DEC-BFF2-DE58A363F01A}" srcId="{9E372607-731B-4DB8-BDC0-D2A87005A09A}" destId="{713115E4-E375-4D2D-8C02-4FD6A7555155}" srcOrd="0" destOrd="0" parTransId="{BD6F692A-9DCE-4368-A059-63FA466154CC}" sibTransId="{FDCA5511-906F-476F-863B-9AAC6CADAF58}"/>
    <dgm:cxn modelId="{C5FA2813-659E-466A-8C7C-D22BF9CED678}" type="presParOf" srcId="{C58DFD89-F6D1-427D-AF87-F03F65834E66}" destId="{5428420C-61AD-4E98-A747-A3B39BDB8644}" srcOrd="0" destOrd="0" presId="urn:microsoft.com/office/officeart/2005/8/layout/vList2"/>
    <dgm:cxn modelId="{AE9FC8D1-2393-46CD-AB22-8AB08D76705B}" type="presParOf" srcId="{C58DFD89-F6D1-427D-AF87-F03F65834E66}" destId="{E6C666AF-6059-412F-95AE-FADB4FA83CF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F441B8-7DD9-4004-A2F7-954C4AAAC1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CE0BB23-91C8-4BD7-ACB0-83211FC1C12D}">
      <dgm:prSet/>
      <dgm:spPr/>
      <dgm:t>
        <a:bodyPr/>
        <a:lstStyle/>
        <a:p>
          <a:r>
            <a:rPr lang="de-DE" dirty="0"/>
            <a:t>State </a:t>
          </a:r>
          <a:r>
            <a:rPr lang="de-DE" dirty="0" err="1"/>
            <a:t>LastCollected</a:t>
          </a:r>
          <a:r>
            <a:rPr lang="de-DE" dirty="0"/>
            <a:t>:</a:t>
          </a:r>
        </a:p>
      </dgm:t>
    </dgm:pt>
    <dgm:pt modelId="{9C5EA82A-563C-4970-A744-E1CC62991C69}" type="parTrans" cxnId="{345CC69C-CB30-49DA-9CD5-F5D50EDBCBCF}">
      <dgm:prSet/>
      <dgm:spPr/>
      <dgm:t>
        <a:bodyPr/>
        <a:lstStyle/>
        <a:p>
          <a:endParaRPr lang="de-DE"/>
        </a:p>
      </dgm:t>
    </dgm:pt>
    <dgm:pt modelId="{9167CD6D-052A-4864-9B6B-9E085E795E9C}" type="sibTrans" cxnId="{345CC69C-CB30-49DA-9CD5-F5D50EDBCBCF}">
      <dgm:prSet/>
      <dgm:spPr/>
      <dgm:t>
        <a:bodyPr/>
        <a:lstStyle/>
        <a:p>
          <a:endParaRPr lang="de-DE"/>
        </a:p>
      </dgm:t>
    </dgm:pt>
    <dgm:pt modelId="{DDCCD99A-3D5D-4BFC-A2CF-01E1C979C8C1}">
      <dgm:prSet/>
      <dgm:spPr/>
      <dgm:t>
        <a:bodyPr/>
        <a:lstStyle/>
        <a:p>
          <a:r>
            <a:rPr lang="de-DE" dirty="0" err="1"/>
            <a:t>keeps</a:t>
          </a:r>
          <a:r>
            <a:rPr lang="de-DE" dirty="0"/>
            <a:t> track of </a:t>
          </a:r>
          <a:r>
            <a:rPr lang="de-DE" dirty="0" err="1"/>
            <a:t>which</a:t>
          </a:r>
          <a:r>
            <a:rPr lang="de-DE" dirty="0"/>
            <a:t> type was </a:t>
          </a:r>
          <a:r>
            <a:rPr lang="de-DE" dirty="0" err="1"/>
            <a:t>collected</a:t>
          </a:r>
          <a:r>
            <a:rPr lang="de-DE" dirty="0"/>
            <a:t> last</a:t>
          </a:r>
        </a:p>
      </dgm:t>
    </dgm:pt>
    <dgm:pt modelId="{B806CFBB-A4EE-44BC-83D4-4B15ED4A66F4}" type="parTrans" cxnId="{ED2D2A43-8F80-4B8E-82B8-81EF26303C12}">
      <dgm:prSet/>
      <dgm:spPr/>
      <dgm:t>
        <a:bodyPr/>
        <a:lstStyle/>
        <a:p>
          <a:endParaRPr lang="de-DE"/>
        </a:p>
      </dgm:t>
    </dgm:pt>
    <dgm:pt modelId="{98C37F96-CF01-46E5-88E1-41CFACBA88D4}" type="sibTrans" cxnId="{ED2D2A43-8F80-4B8E-82B8-81EF26303C12}">
      <dgm:prSet/>
      <dgm:spPr/>
      <dgm:t>
        <a:bodyPr/>
        <a:lstStyle/>
        <a:p>
          <a:endParaRPr lang="de-DE"/>
        </a:p>
      </dgm:t>
    </dgm:pt>
    <dgm:pt modelId="{D6EBDEE4-C94B-4960-96B4-3E3C6A86DF1F}">
      <dgm:prSet/>
      <dgm:spPr/>
      <dgm:t>
        <a:bodyPr/>
        <a:lstStyle/>
        <a:p>
          <a:r>
            <a:rPr lang="de-DE" dirty="0"/>
            <a:t>3 [Warm-Up, </a:t>
          </a:r>
          <a:r>
            <a:rPr lang="de-DE" dirty="0" err="1"/>
            <a:t>Collected</a:t>
          </a:r>
          <a:r>
            <a:rPr lang="de-DE" dirty="0"/>
            <a:t>, </a:t>
          </a:r>
          <a:r>
            <a:rPr lang="de-DE" dirty="0" err="1"/>
            <a:t>NotCollected</a:t>
          </a:r>
          <a:r>
            <a:rPr lang="de-DE" dirty="0"/>
            <a:t>]</a:t>
          </a:r>
        </a:p>
      </dgm:t>
    </dgm:pt>
    <dgm:pt modelId="{657DC429-E865-4556-8C32-5D3FAD64FCE0}" type="parTrans" cxnId="{65A5471D-3525-48A6-9837-8B93B13A85EE}">
      <dgm:prSet/>
      <dgm:spPr/>
      <dgm:t>
        <a:bodyPr/>
        <a:lstStyle/>
        <a:p>
          <a:endParaRPr lang="de-DE"/>
        </a:p>
      </dgm:t>
    </dgm:pt>
    <dgm:pt modelId="{A807BF53-11A9-438D-88F0-92278EE42D42}" type="sibTrans" cxnId="{65A5471D-3525-48A6-9837-8B93B13A85EE}">
      <dgm:prSet/>
      <dgm:spPr/>
      <dgm:t>
        <a:bodyPr/>
        <a:lstStyle/>
        <a:p>
          <a:endParaRPr lang="de-DE"/>
        </a:p>
      </dgm:t>
    </dgm:pt>
    <dgm:pt modelId="{96EE5F2D-F2B5-4A43-A24A-4E695B9EE1D7}" type="pres">
      <dgm:prSet presAssocID="{36F441B8-7DD9-4004-A2F7-954C4AAAC1B8}" presName="linear" presStyleCnt="0">
        <dgm:presLayoutVars>
          <dgm:animLvl val="lvl"/>
          <dgm:resizeHandles val="exact"/>
        </dgm:presLayoutVars>
      </dgm:prSet>
      <dgm:spPr/>
    </dgm:pt>
    <dgm:pt modelId="{ECBBE430-824D-4DE0-AD0D-086EDF36F698}" type="pres">
      <dgm:prSet presAssocID="{ECE0BB23-91C8-4BD7-ACB0-83211FC1C12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8F125A9-62CE-4EC5-A92D-3D57F9F95FD0}" type="pres">
      <dgm:prSet presAssocID="{ECE0BB23-91C8-4BD7-ACB0-83211FC1C12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6B55B19-FAF8-473B-B004-0F4210350902}" type="presOf" srcId="{36F441B8-7DD9-4004-A2F7-954C4AAAC1B8}" destId="{96EE5F2D-F2B5-4A43-A24A-4E695B9EE1D7}" srcOrd="0" destOrd="0" presId="urn:microsoft.com/office/officeart/2005/8/layout/vList2"/>
    <dgm:cxn modelId="{65A5471D-3525-48A6-9837-8B93B13A85EE}" srcId="{ECE0BB23-91C8-4BD7-ACB0-83211FC1C12D}" destId="{D6EBDEE4-C94B-4960-96B4-3E3C6A86DF1F}" srcOrd="1" destOrd="0" parTransId="{657DC429-E865-4556-8C32-5D3FAD64FCE0}" sibTransId="{A807BF53-11A9-438D-88F0-92278EE42D42}"/>
    <dgm:cxn modelId="{BD761163-DE5C-4D4D-918F-4B34E18BEF66}" type="presOf" srcId="{D6EBDEE4-C94B-4960-96B4-3E3C6A86DF1F}" destId="{F8F125A9-62CE-4EC5-A92D-3D57F9F95FD0}" srcOrd="0" destOrd="1" presId="urn:microsoft.com/office/officeart/2005/8/layout/vList2"/>
    <dgm:cxn modelId="{ED2D2A43-8F80-4B8E-82B8-81EF26303C12}" srcId="{ECE0BB23-91C8-4BD7-ACB0-83211FC1C12D}" destId="{DDCCD99A-3D5D-4BFC-A2CF-01E1C979C8C1}" srcOrd="0" destOrd="0" parTransId="{B806CFBB-A4EE-44BC-83D4-4B15ED4A66F4}" sibTransId="{98C37F96-CF01-46E5-88E1-41CFACBA88D4}"/>
    <dgm:cxn modelId="{FE80A189-5A8E-441B-8620-208AA3717F2E}" type="presOf" srcId="{ECE0BB23-91C8-4BD7-ACB0-83211FC1C12D}" destId="{ECBBE430-824D-4DE0-AD0D-086EDF36F698}" srcOrd="0" destOrd="0" presId="urn:microsoft.com/office/officeart/2005/8/layout/vList2"/>
    <dgm:cxn modelId="{345CC69C-CB30-49DA-9CD5-F5D50EDBCBCF}" srcId="{36F441B8-7DD9-4004-A2F7-954C4AAAC1B8}" destId="{ECE0BB23-91C8-4BD7-ACB0-83211FC1C12D}" srcOrd="0" destOrd="0" parTransId="{9C5EA82A-563C-4970-A744-E1CC62991C69}" sibTransId="{9167CD6D-052A-4864-9B6B-9E085E795E9C}"/>
    <dgm:cxn modelId="{EBED5BC2-009E-495B-A456-909081CB17BB}" type="presOf" srcId="{DDCCD99A-3D5D-4BFC-A2CF-01E1C979C8C1}" destId="{F8F125A9-62CE-4EC5-A92D-3D57F9F95FD0}" srcOrd="0" destOrd="0" presId="urn:microsoft.com/office/officeart/2005/8/layout/vList2"/>
    <dgm:cxn modelId="{4B2D2539-E5FB-4BF4-A22B-BCD1B38A71FC}" type="presParOf" srcId="{96EE5F2D-F2B5-4A43-A24A-4E695B9EE1D7}" destId="{ECBBE430-824D-4DE0-AD0D-086EDF36F698}" srcOrd="0" destOrd="0" presId="urn:microsoft.com/office/officeart/2005/8/layout/vList2"/>
    <dgm:cxn modelId="{C2B81748-E509-4DF4-8AC2-0C0591887CB9}" type="presParOf" srcId="{96EE5F2D-F2B5-4A43-A24A-4E695B9EE1D7}" destId="{F8F125A9-62CE-4EC5-A92D-3D57F9F95FD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419C2E2-05BC-4040-8A7A-83B9FC5B024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F66BE377-7782-4F64-A62D-AC750F37A5B4}">
      <dgm:prSet/>
      <dgm:spPr/>
      <dgm:t>
        <a:bodyPr/>
        <a:lstStyle/>
        <a:p>
          <a:r>
            <a:rPr lang="de-DE"/>
            <a:t>State Design:</a:t>
          </a:r>
        </a:p>
      </dgm:t>
    </dgm:pt>
    <dgm:pt modelId="{010DA64A-6961-4240-AD33-F595FCBCEB26}" type="parTrans" cxnId="{EA986C29-BF04-4B70-BF30-D8F3A7E6F3EA}">
      <dgm:prSet/>
      <dgm:spPr/>
      <dgm:t>
        <a:bodyPr/>
        <a:lstStyle/>
        <a:p>
          <a:endParaRPr lang="de-DE"/>
        </a:p>
      </dgm:t>
    </dgm:pt>
    <dgm:pt modelId="{DB6422D1-911D-480A-945F-E51010144707}" type="sibTrans" cxnId="{EA986C29-BF04-4B70-BF30-D8F3A7E6F3EA}">
      <dgm:prSet/>
      <dgm:spPr/>
      <dgm:t>
        <a:bodyPr/>
        <a:lstStyle/>
        <a:p>
          <a:endParaRPr lang="de-DE"/>
        </a:p>
      </dgm:t>
    </dgm:pt>
    <dgm:pt modelId="{6D2DA0AA-B7A3-417E-89C7-C8D31646839A}">
      <dgm:prSet/>
      <dgm:spPr/>
      <dgm:t>
        <a:bodyPr/>
        <a:lstStyle/>
        <a:p>
          <a:r>
            <a:rPr lang="de-DE" dirty="0"/>
            <a:t>Buffer1Typ: 3 [</a:t>
          </a:r>
          <a:r>
            <a:rPr lang="de-DE" dirty="0" err="1"/>
            <a:t>empty</a:t>
          </a:r>
          <a:r>
            <a:rPr lang="de-DE" dirty="0"/>
            <a:t>; match; </a:t>
          </a:r>
          <a:r>
            <a:rPr lang="de-DE" dirty="0" err="1"/>
            <a:t>mismatch</a:t>
          </a:r>
          <a:r>
            <a:rPr lang="de-DE" dirty="0"/>
            <a:t>]</a:t>
          </a:r>
        </a:p>
      </dgm:t>
    </dgm:pt>
    <dgm:pt modelId="{CCFEE793-4A50-4E91-89C0-EFC510CD74D8}" type="parTrans" cxnId="{763F3CE2-DB7A-4D4A-BBB2-3A83E1AD3E21}">
      <dgm:prSet/>
      <dgm:spPr/>
      <dgm:t>
        <a:bodyPr/>
        <a:lstStyle/>
        <a:p>
          <a:endParaRPr lang="de-DE"/>
        </a:p>
      </dgm:t>
    </dgm:pt>
    <dgm:pt modelId="{7C20B45E-40FD-429D-BDEC-0FD663DF00D4}" type="sibTrans" cxnId="{763F3CE2-DB7A-4D4A-BBB2-3A83E1AD3E21}">
      <dgm:prSet/>
      <dgm:spPr/>
      <dgm:t>
        <a:bodyPr/>
        <a:lstStyle/>
        <a:p>
          <a:endParaRPr lang="de-DE"/>
        </a:p>
      </dgm:t>
    </dgm:pt>
    <dgm:pt modelId="{8AEE9BF4-4B13-42BF-8DDB-F2125B90EFC9}">
      <dgm:prSet/>
      <dgm:spPr/>
      <dgm:t>
        <a:bodyPr/>
        <a:lstStyle/>
        <a:p>
          <a:r>
            <a:rPr lang="de-DE" dirty="0"/>
            <a:t>Buffer2Typ: 3 [</a:t>
          </a:r>
          <a:r>
            <a:rPr lang="de-DE" dirty="0" err="1"/>
            <a:t>empty</a:t>
          </a:r>
          <a:r>
            <a:rPr lang="de-DE" dirty="0"/>
            <a:t>; match; </a:t>
          </a:r>
          <a:r>
            <a:rPr lang="de-DE" dirty="0" err="1"/>
            <a:t>mismatch</a:t>
          </a:r>
          <a:r>
            <a:rPr lang="de-DE" dirty="0"/>
            <a:t>]</a:t>
          </a:r>
        </a:p>
      </dgm:t>
    </dgm:pt>
    <dgm:pt modelId="{4C096D79-8A7E-4ED7-8841-3B932C63A724}" type="parTrans" cxnId="{11DB5A56-89EF-4513-B9CF-060E51D52F80}">
      <dgm:prSet/>
      <dgm:spPr/>
      <dgm:t>
        <a:bodyPr/>
        <a:lstStyle/>
        <a:p>
          <a:endParaRPr lang="de-DE"/>
        </a:p>
      </dgm:t>
    </dgm:pt>
    <dgm:pt modelId="{0EEB2B62-E8E2-48AA-A064-4737DB582137}" type="sibTrans" cxnId="{11DB5A56-89EF-4513-B9CF-060E51D52F80}">
      <dgm:prSet/>
      <dgm:spPr/>
      <dgm:t>
        <a:bodyPr/>
        <a:lstStyle/>
        <a:p>
          <a:endParaRPr lang="de-DE"/>
        </a:p>
      </dgm:t>
    </dgm:pt>
    <dgm:pt modelId="{BD7D7BC4-152E-44CE-AA79-839DA882DD88}">
      <dgm:prSet/>
      <dgm:spPr/>
      <dgm:t>
        <a:bodyPr/>
        <a:lstStyle/>
        <a:p>
          <a:r>
            <a:rPr lang="de-DE"/>
            <a:t>Buffer1cnt: 3 [(0-2); (3-6); (7-9)]</a:t>
          </a:r>
        </a:p>
      </dgm:t>
    </dgm:pt>
    <dgm:pt modelId="{DB2E8F54-1525-4BDF-81DB-0C772BC22A49}" type="parTrans" cxnId="{0F05A9E1-E399-4B28-8A0D-54FF5DEC616E}">
      <dgm:prSet/>
      <dgm:spPr/>
      <dgm:t>
        <a:bodyPr/>
        <a:lstStyle/>
        <a:p>
          <a:endParaRPr lang="de-DE"/>
        </a:p>
      </dgm:t>
    </dgm:pt>
    <dgm:pt modelId="{548F0AD6-8F83-4867-8015-9D3AE86D9972}" type="sibTrans" cxnId="{0F05A9E1-E399-4B28-8A0D-54FF5DEC616E}">
      <dgm:prSet/>
      <dgm:spPr/>
      <dgm:t>
        <a:bodyPr/>
        <a:lstStyle/>
        <a:p>
          <a:endParaRPr lang="de-DE"/>
        </a:p>
      </dgm:t>
    </dgm:pt>
    <dgm:pt modelId="{07DE7628-DAA8-4989-BA3C-36DA0CDD3524}">
      <dgm:prSet/>
      <dgm:spPr/>
      <dgm:t>
        <a:bodyPr/>
        <a:lstStyle/>
        <a:p>
          <a:r>
            <a:rPr lang="de-DE"/>
            <a:t>Buffer2cnt: 3 [(0-2); (3-6); (7-9)]</a:t>
          </a:r>
        </a:p>
      </dgm:t>
    </dgm:pt>
    <dgm:pt modelId="{B698D0A3-1E48-46AD-B418-BA5BE4A73CE5}" type="parTrans" cxnId="{0205C478-C700-4564-BF2C-51524BDCE98E}">
      <dgm:prSet/>
      <dgm:spPr/>
      <dgm:t>
        <a:bodyPr/>
        <a:lstStyle/>
        <a:p>
          <a:endParaRPr lang="de-DE"/>
        </a:p>
      </dgm:t>
    </dgm:pt>
    <dgm:pt modelId="{B3315172-48C5-4AC0-A4B1-BE6D1704A3D5}" type="sibTrans" cxnId="{0205C478-C700-4564-BF2C-51524BDCE98E}">
      <dgm:prSet/>
      <dgm:spPr/>
      <dgm:t>
        <a:bodyPr/>
        <a:lstStyle/>
        <a:p>
          <a:endParaRPr lang="de-DE"/>
        </a:p>
      </dgm:t>
    </dgm:pt>
    <dgm:pt modelId="{F9EEA54A-71CE-4DC6-8F76-3B384162EE60}">
      <dgm:prSet/>
      <dgm:spPr/>
      <dgm:t>
        <a:bodyPr/>
        <a:lstStyle/>
        <a:p>
          <a:r>
            <a:rPr lang="de-DE" dirty="0" err="1"/>
            <a:t>LastCollected</a:t>
          </a:r>
          <a:r>
            <a:rPr lang="de-DE" dirty="0"/>
            <a:t>: 3 [Warm-Up, </a:t>
          </a:r>
          <a:r>
            <a:rPr lang="de-DE" dirty="0" err="1"/>
            <a:t>Collected</a:t>
          </a:r>
          <a:r>
            <a:rPr lang="de-DE" dirty="0"/>
            <a:t>, </a:t>
          </a:r>
          <a:r>
            <a:rPr lang="de-DE" dirty="0" err="1"/>
            <a:t>NotCollected</a:t>
          </a:r>
          <a:r>
            <a:rPr lang="de-DE" dirty="0"/>
            <a:t>]</a:t>
          </a:r>
        </a:p>
      </dgm:t>
    </dgm:pt>
    <dgm:pt modelId="{770D20E3-9737-497B-A560-36B9C7F0E4A1}" type="parTrans" cxnId="{9E54D342-AEDE-421B-A112-D3B6D5F5FA4A}">
      <dgm:prSet/>
      <dgm:spPr/>
      <dgm:t>
        <a:bodyPr/>
        <a:lstStyle/>
        <a:p>
          <a:endParaRPr lang="de-DE"/>
        </a:p>
      </dgm:t>
    </dgm:pt>
    <dgm:pt modelId="{76FAAD90-0606-4CE2-875A-AAD0203ECD23}" type="sibTrans" cxnId="{9E54D342-AEDE-421B-A112-D3B6D5F5FA4A}">
      <dgm:prSet/>
      <dgm:spPr/>
      <dgm:t>
        <a:bodyPr/>
        <a:lstStyle/>
        <a:p>
          <a:endParaRPr lang="de-DE"/>
        </a:p>
      </dgm:t>
    </dgm:pt>
    <dgm:pt modelId="{184A179A-80C7-4EC6-AE8A-1EA4AF6A8A46}" type="pres">
      <dgm:prSet presAssocID="{6419C2E2-05BC-4040-8A7A-83B9FC5B0246}" presName="linear" presStyleCnt="0">
        <dgm:presLayoutVars>
          <dgm:animLvl val="lvl"/>
          <dgm:resizeHandles val="exact"/>
        </dgm:presLayoutVars>
      </dgm:prSet>
      <dgm:spPr/>
    </dgm:pt>
    <dgm:pt modelId="{333CFA6C-4E50-4FE8-9D98-90608FD0E7CD}" type="pres">
      <dgm:prSet presAssocID="{F66BE377-7782-4F64-A62D-AC750F37A5B4}" presName="parentText" presStyleLbl="node1" presStyleIdx="0" presStyleCnt="1" custLinFactNeighborY="-17662">
        <dgm:presLayoutVars>
          <dgm:chMax val="0"/>
          <dgm:bulletEnabled val="1"/>
        </dgm:presLayoutVars>
      </dgm:prSet>
      <dgm:spPr/>
    </dgm:pt>
    <dgm:pt modelId="{BE15384B-9758-4F58-B4D7-4583EF1B89F5}" type="pres">
      <dgm:prSet presAssocID="{F66BE377-7782-4F64-A62D-AC750F37A5B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A986C29-BF04-4B70-BF30-D8F3A7E6F3EA}" srcId="{6419C2E2-05BC-4040-8A7A-83B9FC5B0246}" destId="{F66BE377-7782-4F64-A62D-AC750F37A5B4}" srcOrd="0" destOrd="0" parTransId="{010DA64A-6961-4240-AD33-F595FCBCEB26}" sibTransId="{DB6422D1-911D-480A-945F-E51010144707}"/>
    <dgm:cxn modelId="{9E54D342-AEDE-421B-A112-D3B6D5F5FA4A}" srcId="{F66BE377-7782-4F64-A62D-AC750F37A5B4}" destId="{F9EEA54A-71CE-4DC6-8F76-3B384162EE60}" srcOrd="4" destOrd="0" parTransId="{770D20E3-9737-497B-A560-36B9C7F0E4A1}" sibTransId="{76FAAD90-0606-4CE2-875A-AAD0203ECD23}"/>
    <dgm:cxn modelId="{11DB5A56-89EF-4513-B9CF-060E51D52F80}" srcId="{F66BE377-7782-4F64-A62D-AC750F37A5B4}" destId="{8AEE9BF4-4B13-42BF-8DDB-F2125B90EFC9}" srcOrd="1" destOrd="0" parTransId="{4C096D79-8A7E-4ED7-8841-3B932C63A724}" sibTransId="{0EEB2B62-E8E2-48AA-A064-4737DB582137}"/>
    <dgm:cxn modelId="{0205C478-C700-4564-BF2C-51524BDCE98E}" srcId="{F66BE377-7782-4F64-A62D-AC750F37A5B4}" destId="{07DE7628-DAA8-4989-BA3C-36DA0CDD3524}" srcOrd="3" destOrd="0" parTransId="{B698D0A3-1E48-46AD-B418-BA5BE4A73CE5}" sibTransId="{B3315172-48C5-4AC0-A4B1-BE6D1704A3D5}"/>
    <dgm:cxn modelId="{6610985A-AF75-4AB5-9B86-911E03B8A744}" type="presOf" srcId="{07DE7628-DAA8-4989-BA3C-36DA0CDD3524}" destId="{BE15384B-9758-4F58-B4D7-4583EF1B89F5}" srcOrd="0" destOrd="3" presId="urn:microsoft.com/office/officeart/2005/8/layout/vList2"/>
    <dgm:cxn modelId="{BEC53691-2EED-47EE-9DC1-2400FCC08080}" type="presOf" srcId="{6419C2E2-05BC-4040-8A7A-83B9FC5B0246}" destId="{184A179A-80C7-4EC6-AE8A-1EA4AF6A8A46}" srcOrd="0" destOrd="0" presId="urn:microsoft.com/office/officeart/2005/8/layout/vList2"/>
    <dgm:cxn modelId="{F3F932A8-EA6C-44D6-ACF2-A769D34D8B16}" type="presOf" srcId="{BD7D7BC4-152E-44CE-AA79-839DA882DD88}" destId="{BE15384B-9758-4F58-B4D7-4583EF1B89F5}" srcOrd="0" destOrd="2" presId="urn:microsoft.com/office/officeart/2005/8/layout/vList2"/>
    <dgm:cxn modelId="{D23DACB7-5053-4062-8B6A-3AAF3F1EEA43}" type="presOf" srcId="{F9EEA54A-71CE-4DC6-8F76-3B384162EE60}" destId="{BE15384B-9758-4F58-B4D7-4583EF1B89F5}" srcOrd="0" destOrd="4" presId="urn:microsoft.com/office/officeart/2005/8/layout/vList2"/>
    <dgm:cxn modelId="{9BC3EDC8-8491-4DE8-A859-CBABD99D15D1}" type="presOf" srcId="{6D2DA0AA-B7A3-417E-89C7-C8D31646839A}" destId="{BE15384B-9758-4F58-B4D7-4583EF1B89F5}" srcOrd="0" destOrd="0" presId="urn:microsoft.com/office/officeart/2005/8/layout/vList2"/>
    <dgm:cxn modelId="{435E2DCB-299B-43D6-A624-EB409BE3A879}" type="presOf" srcId="{8AEE9BF4-4B13-42BF-8DDB-F2125B90EFC9}" destId="{BE15384B-9758-4F58-B4D7-4583EF1B89F5}" srcOrd="0" destOrd="1" presId="urn:microsoft.com/office/officeart/2005/8/layout/vList2"/>
    <dgm:cxn modelId="{073D23E1-6CFB-4ED4-9721-5BCDC35685EC}" type="presOf" srcId="{F66BE377-7782-4F64-A62D-AC750F37A5B4}" destId="{333CFA6C-4E50-4FE8-9D98-90608FD0E7CD}" srcOrd="0" destOrd="0" presId="urn:microsoft.com/office/officeart/2005/8/layout/vList2"/>
    <dgm:cxn modelId="{0F05A9E1-E399-4B28-8A0D-54FF5DEC616E}" srcId="{F66BE377-7782-4F64-A62D-AC750F37A5B4}" destId="{BD7D7BC4-152E-44CE-AA79-839DA882DD88}" srcOrd="2" destOrd="0" parTransId="{DB2E8F54-1525-4BDF-81DB-0C772BC22A49}" sibTransId="{548F0AD6-8F83-4867-8015-9D3AE86D9972}"/>
    <dgm:cxn modelId="{763F3CE2-DB7A-4D4A-BBB2-3A83E1AD3E21}" srcId="{F66BE377-7782-4F64-A62D-AC750F37A5B4}" destId="{6D2DA0AA-B7A3-417E-89C7-C8D31646839A}" srcOrd="0" destOrd="0" parTransId="{CCFEE793-4A50-4E91-89C0-EFC510CD74D8}" sibTransId="{7C20B45E-40FD-429D-BDEC-0FD663DF00D4}"/>
    <dgm:cxn modelId="{55C23CD6-6228-4369-94E7-42F449A96B28}" type="presParOf" srcId="{184A179A-80C7-4EC6-AE8A-1EA4AF6A8A46}" destId="{333CFA6C-4E50-4FE8-9D98-90608FD0E7CD}" srcOrd="0" destOrd="0" presId="urn:microsoft.com/office/officeart/2005/8/layout/vList2"/>
    <dgm:cxn modelId="{EBF309E0-F685-4C57-8E8B-1752E09B56D8}" type="presParOf" srcId="{184A179A-80C7-4EC6-AE8A-1EA4AF6A8A46}" destId="{BE15384B-9758-4F58-B4D7-4583EF1B89F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36F817D-C667-430B-B23A-2EDD4B17B5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1BD3A044-E0BC-4D0B-B062-95E30058D646}">
      <dgm:prSet/>
      <dgm:spPr/>
      <dgm:t>
        <a:bodyPr/>
        <a:lstStyle/>
        <a:p>
          <a:r>
            <a:rPr lang="de-DE" b="1"/>
            <a:t>Policy comparison (Simple Reflex Agents):</a:t>
          </a:r>
          <a:endParaRPr lang="de-DE"/>
        </a:p>
      </dgm:t>
    </dgm:pt>
    <dgm:pt modelId="{36D35563-EF51-4082-A852-60E876B2ECA0}" type="parTrans" cxnId="{7A25F69D-49CB-449B-A9AA-F43914E2816D}">
      <dgm:prSet/>
      <dgm:spPr/>
      <dgm:t>
        <a:bodyPr/>
        <a:lstStyle/>
        <a:p>
          <a:endParaRPr lang="de-DE"/>
        </a:p>
      </dgm:t>
    </dgm:pt>
    <dgm:pt modelId="{51D44D97-7B8C-4408-B8DC-80E8F7F66097}" type="sibTrans" cxnId="{7A25F69D-49CB-449B-A9AA-F43914E2816D}">
      <dgm:prSet/>
      <dgm:spPr/>
      <dgm:t>
        <a:bodyPr/>
        <a:lstStyle/>
        <a:p>
          <a:endParaRPr lang="de-DE"/>
        </a:p>
      </dgm:t>
    </dgm:pt>
    <dgm:pt modelId="{158A3ADB-3062-46BF-9BCA-A2421D5DB9A8}">
      <dgm:prSet/>
      <dgm:spPr/>
      <dgm:t>
        <a:bodyPr/>
        <a:lstStyle/>
        <a:p>
          <a:r>
            <a:rPr lang="de-DE" b="1"/>
            <a:t>Agent 1:</a:t>
          </a:r>
          <a:r>
            <a:rPr lang="de-DE"/>
            <a:t> Immediately fills any free buffer.</a:t>
          </a:r>
        </a:p>
      </dgm:t>
    </dgm:pt>
    <dgm:pt modelId="{0197C2CF-CBB6-44A9-9E1A-9A099BFC9F17}" type="parTrans" cxnId="{8313E5E4-1992-409E-BF15-BEB23EF12B32}">
      <dgm:prSet/>
      <dgm:spPr/>
      <dgm:t>
        <a:bodyPr/>
        <a:lstStyle/>
        <a:p>
          <a:endParaRPr lang="de-DE"/>
        </a:p>
      </dgm:t>
    </dgm:pt>
    <dgm:pt modelId="{C2E5FB40-D20A-4682-88CE-75F6E6A0E470}" type="sibTrans" cxnId="{8313E5E4-1992-409E-BF15-BEB23EF12B32}">
      <dgm:prSet/>
      <dgm:spPr/>
      <dgm:t>
        <a:bodyPr/>
        <a:lstStyle/>
        <a:p>
          <a:endParaRPr lang="de-DE"/>
        </a:p>
      </dgm:t>
    </dgm:pt>
    <dgm:pt modelId="{1E011622-6756-4597-BBFC-349EA41F1BA6}">
      <dgm:prSet/>
      <dgm:spPr/>
      <dgm:t>
        <a:bodyPr/>
        <a:lstStyle/>
        <a:p>
          <a:r>
            <a:rPr lang="de-DE" b="1" dirty="0"/>
            <a:t>Agent 2:</a:t>
          </a:r>
          <a:r>
            <a:rPr lang="de-DE" dirty="0"/>
            <a:t> Waits for a game different </a:t>
          </a:r>
          <a:r>
            <a:rPr lang="de-DE" dirty="0" err="1"/>
            <a:t>from</a:t>
          </a:r>
          <a:r>
            <a:rPr lang="de-DE" dirty="0"/>
            <a:t> the last </a:t>
          </a:r>
          <a:r>
            <a:rPr lang="de-DE" dirty="0" err="1"/>
            <a:t>collected</a:t>
          </a:r>
          <a:r>
            <a:rPr lang="de-DE" dirty="0"/>
            <a:t>.</a:t>
          </a:r>
        </a:p>
      </dgm:t>
    </dgm:pt>
    <dgm:pt modelId="{96EE053F-018F-43F7-A58E-59A9F57D9F60}" type="parTrans" cxnId="{31AA949B-5369-46CC-92FA-33FCE570F3B9}">
      <dgm:prSet/>
      <dgm:spPr/>
      <dgm:t>
        <a:bodyPr/>
        <a:lstStyle/>
        <a:p>
          <a:endParaRPr lang="de-DE"/>
        </a:p>
      </dgm:t>
    </dgm:pt>
    <dgm:pt modelId="{3DE6BDF0-D104-4A1D-BB0F-2712650019D9}" type="sibTrans" cxnId="{31AA949B-5369-46CC-92FA-33FCE570F3B9}">
      <dgm:prSet/>
      <dgm:spPr/>
      <dgm:t>
        <a:bodyPr/>
        <a:lstStyle/>
        <a:p>
          <a:endParaRPr lang="de-DE"/>
        </a:p>
      </dgm:t>
    </dgm:pt>
    <dgm:pt modelId="{35F54DEC-87D3-4BA3-87DE-D504996125D3}" type="pres">
      <dgm:prSet presAssocID="{536F817D-C667-430B-B23A-2EDD4B17B55F}" presName="linear" presStyleCnt="0">
        <dgm:presLayoutVars>
          <dgm:animLvl val="lvl"/>
          <dgm:resizeHandles val="exact"/>
        </dgm:presLayoutVars>
      </dgm:prSet>
      <dgm:spPr/>
    </dgm:pt>
    <dgm:pt modelId="{B1F1EE9A-37DF-4D63-8494-31419B7B15C8}" type="pres">
      <dgm:prSet presAssocID="{1BD3A044-E0BC-4D0B-B062-95E30058D64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DE9443B-9499-4E29-95A6-08AEC87BAA81}" type="pres">
      <dgm:prSet presAssocID="{1BD3A044-E0BC-4D0B-B062-95E30058D64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2332F2E-781B-4706-8057-7FA5F5C42467}" type="presOf" srcId="{158A3ADB-3062-46BF-9BCA-A2421D5DB9A8}" destId="{0DE9443B-9499-4E29-95A6-08AEC87BAA81}" srcOrd="0" destOrd="0" presId="urn:microsoft.com/office/officeart/2005/8/layout/vList2"/>
    <dgm:cxn modelId="{1F917F5E-03B5-4D57-9360-112DDE977D12}" type="presOf" srcId="{1BD3A044-E0BC-4D0B-B062-95E30058D646}" destId="{B1F1EE9A-37DF-4D63-8494-31419B7B15C8}" srcOrd="0" destOrd="0" presId="urn:microsoft.com/office/officeart/2005/8/layout/vList2"/>
    <dgm:cxn modelId="{31AA949B-5369-46CC-92FA-33FCE570F3B9}" srcId="{1BD3A044-E0BC-4D0B-B062-95E30058D646}" destId="{1E011622-6756-4597-BBFC-349EA41F1BA6}" srcOrd="1" destOrd="0" parTransId="{96EE053F-018F-43F7-A58E-59A9F57D9F60}" sibTransId="{3DE6BDF0-D104-4A1D-BB0F-2712650019D9}"/>
    <dgm:cxn modelId="{F45ECC9D-17C5-4806-AA8C-AEAF696103B7}" type="presOf" srcId="{1E011622-6756-4597-BBFC-349EA41F1BA6}" destId="{0DE9443B-9499-4E29-95A6-08AEC87BAA81}" srcOrd="0" destOrd="1" presId="urn:microsoft.com/office/officeart/2005/8/layout/vList2"/>
    <dgm:cxn modelId="{7A25F69D-49CB-449B-A9AA-F43914E2816D}" srcId="{536F817D-C667-430B-B23A-2EDD4B17B55F}" destId="{1BD3A044-E0BC-4D0B-B062-95E30058D646}" srcOrd="0" destOrd="0" parTransId="{36D35563-EF51-4082-A852-60E876B2ECA0}" sibTransId="{51D44D97-7B8C-4408-B8DC-80E8F7F66097}"/>
    <dgm:cxn modelId="{318998AB-B654-4BEC-ACE3-FEE302ECB4FB}" type="presOf" srcId="{536F817D-C667-430B-B23A-2EDD4B17B55F}" destId="{35F54DEC-87D3-4BA3-87DE-D504996125D3}" srcOrd="0" destOrd="0" presId="urn:microsoft.com/office/officeart/2005/8/layout/vList2"/>
    <dgm:cxn modelId="{8313E5E4-1992-409E-BF15-BEB23EF12B32}" srcId="{1BD3A044-E0BC-4D0B-B062-95E30058D646}" destId="{158A3ADB-3062-46BF-9BCA-A2421D5DB9A8}" srcOrd="0" destOrd="0" parTransId="{0197C2CF-CBB6-44A9-9E1A-9A099BFC9F17}" sibTransId="{C2E5FB40-D20A-4682-88CE-75F6E6A0E470}"/>
    <dgm:cxn modelId="{51B0DCB4-326B-4631-A7B0-A0914A7601C0}" type="presParOf" srcId="{35F54DEC-87D3-4BA3-87DE-D504996125D3}" destId="{B1F1EE9A-37DF-4D63-8494-31419B7B15C8}" srcOrd="0" destOrd="0" presId="urn:microsoft.com/office/officeart/2005/8/layout/vList2"/>
    <dgm:cxn modelId="{2AA15C30-AAF6-4152-A7B7-8E7E219E5732}" type="presParOf" srcId="{35F54DEC-87D3-4BA3-87DE-D504996125D3}" destId="{0DE9443B-9499-4E29-95A6-08AEC87BAA8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945F8A0-F247-40F1-9023-D183254DC1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0E9C60B8-ACF1-4009-81E4-7C11FF01C644}">
      <dgm:prSet/>
      <dgm:spPr/>
      <dgm:t>
        <a:bodyPr/>
        <a:lstStyle/>
        <a:p>
          <a:r>
            <a:rPr lang="de-DE"/>
            <a:t>State Design:</a:t>
          </a:r>
        </a:p>
      </dgm:t>
    </dgm:pt>
    <dgm:pt modelId="{96ECDEC7-D024-4848-AA84-A37B7FD23932}" type="parTrans" cxnId="{C26397DA-B060-444D-840A-DFCDFA24F628}">
      <dgm:prSet/>
      <dgm:spPr/>
      <dgm:t>
        <a:bodyPr/>
        <a:lstStyle/>
        <a:p>
          <a:endParaRPr lang="de-DE"/>
        </a:p>
      </dgm:t>
    </dgm:pt>
    <dgm:pt modelId="{5E2C801F-1C36-4029-AC6C-984ED4E4DDD2}" type="sibTrans" cxnId="{C26397DA-B060-444D-840A-DFCDFA24F628}">
      <dgm:prSet/>
      <dgm:spPr/>
      <dgm:t>
        <a:bodyPr/>
        <a:lstStyle/>
        <a:p>
          <a:endParaRPr lang="de-DE"/>
        </a:p>
      </dgm:t>
    </dgm:pt>
    <dgm:pt modelId="{4B55CD84-3B34-40CB-879F-7872358A24EE}">
      <dgm:prSet/>
      <dgm:spPr/>
      <dgm:t>
        <a:bodyPr/>
        <a:lstStyle/>
        <a:p>
          <a:r>
            <a:rPr lang="de-DE" dirty="0"/>
            <a:t>Buffer1Typ: 3 [</a:t>
          </a:r>
          <a:r>
            <a:rPr lang="de-DE" dirty="0" err="1"/>
            <a:t>empty</a:t>
          </a:r>
          <a:r>
            <a:rPr lang="de-DE" dirty="0"/>
            <a:t>; match; </a:t>
          </a:r>
          <a:r>
            <a:rPr lang="de-DE" dirty="0" err="1"/>
            <a:t>mismatch</a:t>
          </a:r>
          <a:r>
            <a:rPr lang="de-DE" dirty="0"/>
            <a:t>]</a:t>
          </a:r>
        </a:p>
      </dgm:t>
    </dgm:pt>
    <dgm:pt modelId="{EB83FE50-DBD1-43D0-8724-87BA400ED00D}" type="parTrans" cxnId="{DBD282D5-8D0F-430F-BB1D-5A7B398E6429}">
      <dgm:prSet/>
      <dgm:spPr/>
      <dgm:t>
        <a:bodyPr/>
        <a:lstStyle/>
        <a:p>
          <a:endParaRPr lang="de-DE"/>
        </a:p>
      </dgm:t>
    </dgm:pt>
    <dgm:pt modelId="{1FA2BDCC-346E-4B2F-BC7C-653EB2B2EE6B}" type="sibTrans" cxnId="{DBD282D5-8D0F-430F-BB1D-5A7B398E6429}">
      <dgm:prSet/>
      <dgm:spPr/>
      <dgm:t>
        <a:bodyPr/>
        <a:lstStyle/>
        <a:p>
          <a:endParaRPr lang="de-DE"/>
        </a:p>
      </dgm:t>
    </dgm:pt>
    <dgm:pt modelId="{2AFC12F0-518B-46E6-9937-D65EC7A36DED}">
      <dgm:prSet/>
      <dgm:spPr/>
      <dgm:t>
        <a:bodyPr/>
        <a:lstStyle/>
        <a:p>
          <a:r>
            <a:rPr lang="de-DE" dirty="0"/>
            <a:t>Buffer2Typ: 3 [</a:t>
          </a:r>
          <a:r>
            <a:rPr lang="de-DE" dirty="0" err="1"/>
            <a:t>empty</a:t>
          </a:r>
          <a:r>
            <a:rPr lang="de-DE" dirty="0"/>
            <a:t>; match; </a:t>
          </a:r>
          <a:r>
            <a:rPr lang="de-DE" dirty="0" err="1"/>
            <a:t>mismatch</a:t>
          </a:r>
          <a:r>
            <a:rPr lang="de-DE" dirty="0"/>
            <a:t>]</a:t>
          </a:r>
        </a:p>
      </dgm:t>
    </dgm:pt>
    <dgm:pt modelId="{C49FC1AE-145A-48C0-938E-14ADEEBFA6FD}" type="parTrans" cxnId="{7A23A23A-1D68-4154-8581-7717845CAE52}">
      <dgm:prSet/>
      <dgm:spPr/>
      <dgm:t>
        <a:bodyPr/>
        <a:lstStyle/>
        <a:p>
          <a:endParaRPr lang="de-DE"/>
        </a:p>
      </dgm:t>
    </dgm:pt>
    <dgm:pt modelId="{8DBA9051-29C1-4A8C-9F4C-D44BF49B1FF4}" type="sibTrans" cxnId="{7A23A23A-1D68-4154-8581-7717845CAE52}">
      <dgm:prSet/>
      <dgm:spPr/>
      <dgm:t>
        <a:bodyPr/>
        <a:lstStyle/>
        <a:p>
          <a:endParaRPr lang="de-DE"/>
        </a:p>
      </dgm:t>
    </dgm:pt>
    <dgm:pt modelId="{7D473E55-9591-4742-A32C-1A10FCFBC1A4}" type="pres">
      <dgm:prSet presAssocID="{C945F8A0-F247-40F1-9023-D183254DC10D}" presName="linear" presStyleCnt="0">
        <dgm:presLayoutVars>
          <dgm:animLvl val="lvl"/>
          <dgm:resizeHandles val="exact"/>
        </dgm:presLayoutVars>
      </dgm:prSet>
      <dgm:spPr/>
    </dgm:pt>
    <dgm:pt modelId="{0E76B5C4-7984-409D-A06A-2538C80BA893}" type="pres">
      <dgm:prSet presAssocID="{0E9C60B8-ACF1-4009-81E4-7C11FF01C64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45B3D0A-7C13-4220-A2B7-A66686DAB1D6}" type="pres">
      <dgm:prSet presAssocID="{0E9C60B8-ACF1-4009-81E4-7C11FF01C64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63E9D01-13EE-4422-AF01-C30F0B792816}" type="presOf" srcId="{2AFC12F0-518B-46E6-9937-D65EC7A36DED}" destId="{045B3D0A-7C13-4220-A2B7-A66686DAB1D6}" srcOrd="0" destOrd="1" presId="urn:microsoft.com/office/officeart/2005/8/layout/vList2"/>
    <dgm:cxn modelId="{7A23A23A-1D68-4154-8581-7717845CAE52}" srcId="{0E9C60B8-ACF1-4009-81E4-7C11FF01C644}" destId="{2AFC12F0-518B-46E6-9937-D65EC7A36DED}" srcOrd="1" destOrd="0" parTransId="{C49FC1AE-145A-48C0-938E-14ADEEBFA6FD}" sibTransId="{8DBA9051-29C1-4A8C-9F4C-D44BF49B1FF4}"/>
    <dgm:cxn modelId="{D1399A63-60F8-4750-B55A-503332547B76}" type="presOf" srcId="{4B55CD84-3B34-40CB-879F-7872358A24EE}" destId="{045B3D0A-7C13-4220-A2B7-A66686DAB1D6}" srcOrd="0" destOrd="0" presId="urn:microsoft.com/office/officeart/2005/8/layout/vList2"/>
    <dgm:cxn modelId="{2151824F-A865-461F-AA97-A5F1C8D48A4F}" type="presOf" srcId="{C945F8A0-F247-40F1-9023-D183254DC10D}" destId="{7D473E55-9591-4742-A32C-1A10FCFBC1A4}" srcOrd="0" destOrd="0" presId="urn:microsoft.com/office/officeart/2005/8/layout/vList2"/>
    <dgm:cxn modelId="{5AB0CCAA-3162-4D56-93ED-683A69BACA6F}" type="presOf" srcId="{0E9C60B8-ACF1-4009-81E4-7C11FF01C644}" destId="{0E76B5C4-7984-409D-A06A-2538C80BA893}" srcOrd="0" destOrd="0" presId="urn:microsoft.com/office/officeart/2005/8/layout/vList2"/>
    <dgm:cxn modelId="{DBD282D5-8D0F-430F-BB1D-5A7B398E6429}" srcId="{0E9C60B8-ACF1-4009-81E4-7C11FF01C644}" destId="{4B55CD84-3B34-40CB-879F-7872358A24EE}" srcOrd="0" destOrd="0" parTransId="{EB83FE50-DBD1-43D0-8724-87BA400ED00D}" sibTransId="{1FA2BDCC-346E-4B2F-BC7C-653EB2B2EE6B}"/>
    <dgm:cxn modelId="{C26397DA-B060-444D-840A-DFCDFA24F628}" srcId="{C945F8A0-F247-40F1-9023-D183254DC10D}" destId="{0E9C60B8-ACF1-4009-81E4-7C11FF01C644}" srcOrd="0" destOrd="0" parTransId="{96ECDEC7-D024-4848-AA84-A37B7FD23932}" sibTransId="{5E2C801F-1C36-4029-AC6C-984ED4E4DDD2}"/>
    <dgm:cxn modelId="{1807A30E-7F40-46D1-AEE5-F41DA48F8770}" type="presParOf" srcId="{7D473E55-9591-4742-A32C-1A10FCFBC1A4}" destId="{0E76B5C4-7984-409D-A06A-2538C80BA893}" srcOrd="0" destOrd="0" presId="urn:microsoft.com/office/officeart/2005/8/layout/vList2"/>
    <dgm:cxn modelId="{720DB18D-C7E1-42C0-9D03-6C6B8A259F19}" type="presParOf" srcId="{7D473E55-9591-4742-A32C-1A10FCFBC1A4}" destId="{045B3D0A-7C13-4220-A2B7-A66686DAB1D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56C3F34-0E63-489E-B924-741595A13E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EADDCDB-A3DF-4906-AE4B-F6E435D0B7E0}">
      <dgm:prSet/>
      <dgm:spPr/>
      <dgm:t>
        <a:bodyPr/>
        <a:lstStyle/>
        <a:p>
          <a:r>
            <a:rPr lang="de-DE" b="1"/>
            <a:t>Key Findings &amp; Optimization</a:t>
          </a:r>
          <a:endParaRPr lang="de-DE"/>
        </a:p>
      </dgm:t>
    </dgm:pt>
    <dgm:pt modelId="{BC09AD2E-89CA-40F3-BF8B-6A9BA0C708D0}" type="parTrans" cxnId="{E13BAC36-3EF2-4A5D-9231-3AA8C11681F5}">
      <dgm:prSet/>
      <dgm:spPr/>
      <dgm:t>
        <a:bodyPr/>
        <a:lstStyle/>
        <a:p>
          <a:endParaRPr lang="de-DE"/>
        </a:p>
      </dgm:t>
    </dgm:pt>
    <dgm:pt modelId="{1A5089C6-3EA1-4979-8DA4-394BCA9F572D}" type="sibTrans" cxnId="{E13BAC36-3EF2-4A5D-9231-3AA8C11681F5}">
      <dgm:prSet/>
      <dgm:spPr/>
      <dgm:t>
        <a:bodyPr/>
        <a:lstStyle/>
        <a:p>
          <a:endParaRPr lang="de-DE"/>
        </a:p>
      </dgm:t>
    </dgm:pt>
    <dgm:pt modelId="{5F97AD2C-B0FF-4519-BD39-DCE3A7185542}">
      <dgm:prSet/>
      <dgm:spPr/>
      <dgm:t>
        <a:bodyPr/>
        <a:lstStyle/>
        <a:p>
          <a:r>
            <a:rPr lang="de-DE" b="1" dirty="0"/>
            <a:t>Best Performance </a:t>
          </a:r>
          <a:r>
            <a:rPr lang="de-DE" b="1" dirty="0" err="1"/>
            <a:t>with</a:t>
          </a:r>
          <a:r>
            <a:rPr lang="de-DE" b="1" dirty="0"/>
            <a:t> Lean State:</a:t>
          </a:r>
          <a:r>
            <a:rPr lang="de-DE" dirty="0"/>
            <a:t> Relative </a:t>
          </a:r>
          <a:r>
            <a:rPr lang="de-DE" dirty="0" err="1"/>
            <a:t>states</a:t>
          </a:r>
          <a:r>
            <a:rPr lang="de-DE" dirty="0"/>
            <a:t> (match / </a:t>
          </a:r>
          <a:r>
            <a:rPr lang="de-DE" dirty="0" err="1"/>
            <a:t>mismatch</a:t>
          </a:r>
          <a:r>
            <a:rPr lang="de-DE" dirty="0"/>
            <a:t>) </a:t>
          </a:r>
          <a:r>
            <a:rPr lang="de-DE" dirty="0" err="1"/>
            <a:t>achieve</a:t>
          </a:r>
          <a:r>
            <a:rPr lang="de-DE" dirty="0"/>
            <a:t> the </a:t>
          </a:r>
          <a:r>
            <a:rPr lang="de-DE" dirty="0" err="1"/>
            <a:t>best</a:t>
          </a:r>
          <a:r>
            <a:rPr lang="de-DE" dirty="0"/>
            <a:t> </a:t>
          </a:r>
          <a:r>
            <a:rPr lang="de-DE" dirty="0" err="1"/>
            <a:t>result</a:t>
          </a:r>
          <a:r>
            <a:rPr lang="de-DE" dirty="0"/>
            <a:t> of </a:t>
          </a:r>
          <a:r>
            <a:rPr lang="de-DE" b="1" dirty="0"/>
            <a:t>1,850–1,950 </a:t>
          </a:r>
          <a:r>
            <a:rPr lang="de-DE" b="1" dirty="0" err="1"/>
            <a:t>steps</a:t>
          </a:r>
          <a:r>
            <a:rPr lang="de-DE" b="1" dirty="0"/>
            <a:t> / 1,000 </a:t>
          </a:r>
          <a:r>
            <a:rPr lang="de-DE" b="1" dirty="0" err="1"/>
            <a:t>games</a:t>
          </a:r>
          <a:r>
            <a:rPr lang="de-DE" dirty="0"/>
            <a:t>.</a:t>
          </a:r>
        </a:p>
      </dgm:t>
    </dgm:pt>
    <dgm:pt modelId="{74182E49-0D68-4506-8E5F-ED075ACC4122}" type="parTrans" cxnId="{AF49B6E2-8B23-4B60-94BC-885057CB1FCE}">
      <dgm:prSet/>
      <dgm:spPr/>
      <dgm:t>
        <a:bodyPr/>
        <a:lstStyle/>
        <a:p>
          <a:endParaRPr lang="de-DE"/>
        </a:p>
      </dgm:t>
    </dgm:pt>
    <dgm:pt modelId="{30F8AEE9-9D8E-47BB-95E4-3F7AAE6C2AB6}" type="sibTrans" cxnId="{AF49B6E2-8B23-4B60-94BC-885057CB1FCE}">
      <dgm:prSet/>
      <dgm:spPr/>
      <dgm:t>
        <a:bodyPr/>
        <a:lstStyle/>
        <a:p>
          <a:endParaRPr lang="de-DE"/>
        </a:p>
      </dgm:t>
    </dgm:pt>
    <dgm:pt modelId="{45682D6E-6CBB-4AC1-B841-052705A1E53D}">
      <dgm:prSet/>
      <dgm:spPr/>
      <dgm:t>
        <a:bodyPr/>
        <a:lstStyle/>
        <a:p>
          <a:r>
            <a:rPr lang="de-DE" b="1"/>
            <a:t>Limits &amp; Future Work</a:t>
          </a:r>
          <a:endParaRPr lang="de-DE"/>
        </a:p>
      </dgm:t>
    </dgm:pt>
    <dgm:pt modelId="{CC72C1A7-891A-44E8-9778-43C0C4DF6E2E}" type="parTrans" cxnId="{1ACB76EF-932E-477C-8937-EC7C9C4A14AD}">
      <dgm:prSet/>
      <dgm:spPr/>
      <dgm:t>
        <a:bodyPr/>
        <a:lstStyle/>
        <a:p>
          <a:endParaRPr lang="de-DE"/>
        </a:p>
      </dgm:t>
    </dgm:pt>
    <dgm:pt modelId="{52B5A852-B0D4-41DA-9C80-87200E395D57}" type="sibTrans" cxnId="{1ACB76EF-932E-477C-8937-EC7C9C4A14AD}">
      <dgm:prSet/>
      <dgm:spPr/>
      <dgm:t>
        <a:bodyPr/>
        <a:lstStyle/>
        <a:p>
          <a:endParaRPr lang="de-DE"/>
        </a:p>
      </dgm:t>
    </dgm:pt>
    <dgm:pt modelId="{3B043C89-AEE7-4C0B-969E-FE74D729E698}">
      <dgm:prSet/>
      <dgm:spPr/>
      <dgm:t>
        <a:bodyPr/>
        <a:lstStyle/>
        <a:p>
          <a:r>
            <a:rPr lang="de-DE" b="1" dirty="0"/>
            <a:t>Limit </a:t>
          </a:r>
          <a:r>
            <a:rPr lang="de-DE" b="1" dirty="0" err="1"/>
            <a:t>Reached</a:t>
          </a:r>
          <a:r>
            <a:rPr lang="de-DE" b="1" dirty="0"/>
            <a:t>:</a:t>
          </a:r>
          <a:r>
            <a:rPr lang="de-DE" dirty="0"/>
            <a:t> The </a:t>
          </a:r>
          <a:r>
            <a:rPr lang="de-DE" dirty="0" err="1"/>
            <a:t>strategy</a:t>
          </a:r>
          <a:r>
            <a:rPr lang="de-DE" dirty="0"/>
            <a:t> </a:t>
          </a:r>
          <a:r>
            <a:rPr lang="de-DE" dirty="0" err="1"/>
            <a:t>is</a:t>
          </a:r>
          <a:r>
            <a:rPr lang="de-DE" dirty="0"/>
            <a:t> </a:t>
          </a:r>
          <a:r>
            <a:rPr lang="de-DE" dirty="0" err="1"/>
            <a:t>already</a:t>
          </a:r>
          <a:r>
            <a:rPr lang="de-DE" dirty="0"/>
            <a:t> optimal for the </a:t>
          </a:r>
          <a:r>
            <a:rPr lang="de-DE" dirty="0" err="1"/>
            <a:t>current</a:t>
          </a:r>
          <a:r>
            <a:rPr lang="de-DE" dirty="0"/>
            <a:t> </a:t>
          </a:r>
          <a:r>
            <a:rPr lang="de-DE" dirty="0" err="1"/>
            <a:t>setup</a:t>
          </a:r>
          <a:r>
            <a:rPr lang="de-DE" dirty="0"/>
            <a:t>.</a:t>
          </a:r>
        </a:p>
      </dgm:t>
    </dgm:pt>
    <dgm:pt modelId="{3401CC41-BD88-4C9E-B295-3C64A043E8A7}" type="parTrans" cxnId="{443FE517-71EA-4C60-A9A8-7D334AA1ABBC}">
      <dgm:prSet/>
      <dgm:spPr/>
      <dgm:t>
        <a:bodyPr/>
        <a:lstStyle/>
        <a:p>
          <a:endParaRPr lang="de-DE"/>
        </a:p>
      </dgm:t>
    </dgm:pt>
    <dgm:pt modelId="{154C5904-6F13-459C-B471-92680455204B}" type="sibTrans" cxnId="{443FE517-71EA-4C60-A9A8-7D334AA1ABBC}">
      <dgm:prSet/>
      <dgm:spPr/>
      <dgm:t>
        <a:bodyPr/>
        <a:lstStyle/>
        <a:p>
          <a:endParaRPr lang="de-DE"/>
        </a:p>
      </dgm:t>
    </dgm:pt>
    <dgm:pt modelId="{A33CFA22-27C5-464C-9069-EC680BCF4500}">
      <dgm:prSet/>
      <dgm:spPr/>
      <dgm:t>
        <a:bodyPr/>
        <a:lstStyle/>
        <a:p>
          <a:r>
            <a:rPr lang="de-DE" b="1" dirty="0"/>
            <a:t>Further </a:t>
          </a:r>
          <a:r>
            <a:rPr lang="de-DE" b="1" dirty="0" err="1"/>
            <a:t>Speedups</a:t>
          </a:r>
          <a:r>
            <a:rPr lang="de-DE" b="1" dirty="0"/>
            <a:t> Need More Degrees of Freedom:</a:t>
          </a:r>
          <a:r>
            <a:rPr lang="de-DE" dirty="0"/>
            <a:t> </a:t>
          </a:r>
          <a:r>
            <a:rPr lang="de-DE" dirty="0" err="1"/>
            <a:t>Reducing</a:t>
          </a:r>
          <a:r>
            <a:rPr lang="de-DE" dirty="0"/>
            <a:t> </a:t>
          </a:r>
          <a:r>
            <a:rPr lang="de-DE" dirty="0" err="1"/>
            <a:t>steps</a:t>
          </a:r>
          <a:r>
            <a:rPr lang="de-DE" dirty="0"/>
            <a:t> </a:t>
          </a:r>
          <a:r>
            <a:rPr lang="de-DE" dirty="0" err="1"/>
            <a:t>further</a:t>
          </a:r>
          <a:r>
            <a:rPr lang="de-DE" dirty="0"/>
            <a:t> </a:t>
          </a:r>
          <a:r>
            <a:rPr lang="de-DE" dirty="0" err="1"/>
            <a:t>requires</a:t>
          </a:r>
          <a:r>
            <a:rPr lang="de-DE" dirty="0"/>
            <a:t> additional </a:t>
          </a:r>
          <a:r>
            <a:rPr lang="de-DE" dirty="0" err="1"/>
            <a:t>actions</a:t>
          </a:r>
          <a:r>
            <a:rPr lang="de-DE" dirty="0"/>
            <a:t> for the </a:t>
          </a:r>
          <a:r>
            <a:rPr lang="de-DE" dirty="0" err="1"/>
            <a:t>agent</a:t>
          </a:r>
          <a:r>
            <a:rPr lang="de-DE" dirty="0"/>
            <a:t>:</a:t>
          </a:r>
        </a:p>
      </dgm:t>
    </dgm:pt>
    <dgm:pt modelId="{392C380A-76FC-45F2-88CC-05204E91731A}" type="parTrans" cxnId="{042E9E7B-AFF0-42AB-B766-5E3ADF43EBEA}">
      <dgm:prSet/>
      <dgm:spPr/>
      <dgm:t>
        <a:bodyPr/>
        <a:lstStyle/>
        <a:p>
          <a:endParaRPr lang="de-DE"/>
        </a:p>
      </dgm:t>
    </dgm:pt>
    <dgm:pt modelId="{60713845-B343-47F2-A2DD-475D04106EC1}" type="sibTrans" cxnId="{042E9E7B-AFF0-42AB-B766-5E3ADF43EBEA}">
      <dgm:prSet/>
      <dgm:spPr/>
      <dgm:t>
        <a:bodyPr/>
        <a:lstStyle/>
        <a:p>
          <a:endParaRPr lang="de-DE"/>
        </a:p>
      </dgm:t>
    </dgm:pt>
    <dgm:pt modelId="{14862294-3E0D-4054-BB7C-D9BA5E8C64D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e-DE" b="1"/>
            <a:t>History Adds No Value:</a:t>
          </a:r>
          <a:r>
            <a:rPr lang="de-DE"/>
            <a:t> Tracking lastcollect increases state size without making the robot faster.</a:t>
          </a:r>
        </a:p>
      </dgm:t>
    </dgm:pt>
    <dgm:pt modelId="{766A49A8-9E5F-4F44-A61D-0793A67C4B0D}" type="parTrans" cxnId="{582D4A4B-097B-486C-A3EB-EAA58A63DF77}">
      <dgm:prSet/>
      <dgm:spPr/>
      <dgm:t>
        <a:bodyPr/>
        <a:lstStyle/>
        <a:p>
          <a:endParaRPr lang="de-DE"/>
        </a:p>
      </dgm:t>
    </dgm:pt>
    <dgm:pt modelId="{6C4ACB7B-3615-4FEA-B4AB-6578EE803FC3}" type="sibTrans" cxnId="{582D4A4B-097B-486C-A3EB-EAA58A63DF77}">
      <dgm:prSet/>
      <dgm:spPr/>
      <dgm:t>
        <a:bodyPr/>
        <a:lstStyle/>
        <a:p>
          <a:endParaRPr lang="de-DE"/>
        </a:p>
      </dgm:t>
    </dgm:pt>
    <dgm:pt modelId="{D55411D6-E947-482B-AC81-9B059FC6038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e-DE" b="1" dirty="0"/>
            <a:t>Main Takeaway:</a:t>
          </a:r>
          <a:r>
            <a:rPr lang="de-DE" dirty="0"/>
            <a:t> Smart feature design </a:t>
          </a:r>
          <a:r>
            <a:rPr lang="de-DE" dirty="0" err="1"/>
            <a:t>beats</a:t>
          </a:r>
          <a:r>
            <a:rPr lang="de-DE" dirty="0"/>
            <a:t> </a:t>
          </a:r>
          <a:r>
            <a:rPr lang="de-DE" dirty="0" err="1"/>
            <a:t>brute</a:t>
          </a:r>
          <a:r>
            <a:rPr lang="de-DE" dirty="0"/>
            <a:t>-force </a:t>
          </a:r>
          <a:r>
            <a:rPr lang="de-DE" dirty="0" err="1"/>
            <a:t>state</a:t>
          </a:r>
          <a:r>
            <a:rPr lang="de-DE" dirty="0"/>
            <a:t> </a:t>
          </a:r>
          <a:r>
            <a:rPr lang="de-DE" dirty="0" err="1"/>
            <a:t>expansion</a:t>
          </a:r>
          <a:r>
            <a:rPr lang="de-DE" dirty="0"/>
            <a:t>.</a:t>
          </a:r>
        </a:p>
      </dgm:t>
    </dgm:pt>
    <dgm:pt modelId="{2A85CDB2-CC3F-4019-A841-66CBC4F6B46B}" type="parTrans" cxnId="{55BD3065-50B1-4B58-BBAE-47D0F7A6903C}">
      <dgm:prSet/>
      <dgm:spPr/>
      <dgm:t>
        <a:bodyPr/>
        <a:lstStyle/>
        <a:p>
          <a:endParaRPr lang="de-DE"/>
        </a:p>
      </dgm:t>
    </dgm:pt>
    <dgm:pt modelId="{72C4C245-A846-42AC-B8CE-F3268DDBC2E6}" type="sibTrans" cxnId="{55BD3065-50B1-4B58-BBAE-47D0F7A6903C}">
      <dgm:prSet/>
      <dgm:spPr/>
      <dgm:t>
        <a:bodyPr/>
        <a:lstStyle/>
        <a:p>
          <a:endParaRPr lang="de-DE"/>
        </a:p>
      </dgm:t>
    </dgm:pt>
    <dgm:pt modelId="{2C9C883A-BA13-46BA-BB6B-13326ECFF1D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e-DE"/>
            <a:t>Priority control between the main line and return loop.</a:t>
          </a:r>
        </a:p>
      </dgm:t>
    </dgm:pt>
    <dgm:pt modelId="{96093FBE-E9B4-4AA3-B033-759242DBACF0}" type="parTrans" cxnId="{3679BE5D-7581-40C5-9EA0-3C0F57D0962C}">
      <dgm:prSet/>
      <dgm:spPr/>
      <dgm:t>
        <a:bodyPr/>
        <a:lstStyle/>
        <a:p>
          <a:endParaRPr lang="de-DE"/>
        </a:p>
      </dgm:t>
    </dgm:pt>
    <dgm:pt modelId="{FFBE91BB-FC81-468A-8B98-7C1E7448BF17}" type="sibTrans" cxnId="{3679BE5D-7581-40C5-9EA0-3C0F57D0962C}">
      <dgm:prSet/>
      <dgm:spPr/>
      <dgm:t>
        <a:bodyPr/>
        <a:lstStyle/>
        <a:p>
          <a:endParaRPr lang="de-DE"/>
        </a:p>
      </dgm:t>
    </dgm:pt>
    <dgm:pt modelId="{F1D676CF-2BEA-4B2B-9224-E513270F6F6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e-DE" dirty="0"/>
            <a:t>Dynamic </a:t>
          </a:r>
          <a:r>
            <a:rPr lang="de-DE" dirty="0" err="1"/>
            <a:t>conveyor</a:t>
          </a:r>
          <a:r>
            <a:rPr lang="de-DE" dirty="0"/>
            <a:t> </a:t>
          </a:r>
          <a:r>
            <a:rPr lang="de-DE" dirty="0" err="1"/>
            <a:t>belt</a:t>
          </a:r>
          <a:r>
            <a:rPr lang="de-DE" dirty="0"/>
            <a:t> </a:t>
          </a:r>
          <a:r>
            <a:rPr lang="de-DE" dirty="0" err="1"/>
            <a:t>speeds</a:t>
          </a:r>
          <a:r>
            <a:rPr lang="de-DE" dirty="0"/>
            <a:t>.</a:t>
          </a:r>
        </a:p>
      </dgm:t>
    </dgm:pt>
    <dgm:pt modelId="{B858D809-B88B-480A-B320-E7FE032E6BF4}" type="parTrans" cxnId="{937BED4E-491C-434C-890E-428AAF3B7381}">
      <dgm:prSet/>
      <dgm:spPr/>
      <dgm:t>
        <a:bodyPr/>
        <a:lstStyle/>
        <a:p>
          <a:endParaRPr lang="de-DE"/>
        </a:p>
      </dgm:t>
    </dgm:pt>
    <dgm:pt modelId="{EC056880-F682-4C00-AB1F-899A51BBDB4A}" type="sibTrans" cxnId="{937BED4E-491C-434C-890E-428AAF3B7381}">
      <dgm:prSet/>
      <dgm:spPr/>
      <dgm:t>
        <a:bodyPr/>
        <a:lstStyle/>
        <a:p>
          <a:endParaRPr lang="de-DE"/>
        </a:p>
      </dgm:t>
    </dgm:pt>
    <dgm:pt modelId="{1FF45D34-2C64-4994-B1EE-927C2B1B7196}" type="pres">
      <dgm:prSet presAssocID="{856C3F34-0E63-489E-B924-741595A13E96}" presName="linear" presStyleCnt="0">
        <dgm:presLayoutVars>
          <dgm:animLvl val="lvl"/>
          <dgm:resizeHandles val="exact"/>
        </dgm:presLayoutVars>
      </dgm:prSet>
      <dgm:spPr/>
    </dgm:pt>
    <dgm:pt modelId="{AFFD5875-0D78-4AE1-A071-A5BF865D0519}" type="pres">
      <dgm:prSet presAssocID="{8EADDCDB-A3DF-4906-AE4B-F6E435D0B7E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0B42194-6FFE-4ED5-9711-D02193F69CA1}" type="pres">
      <dgm:prSet presAssocID="{8EADDCDB-A3DF-4906-AE4B-F6E435D0B7E0}" presName="childText" presStyleLbl="revTx" presStyleIdx="0" presStyleCnt="2">
        <dgm:presLayoutVars>
          <dgm:bulletEnabled val="1"/>
        </dgm:presLayoutVars>
      </dgm:prSet>
      <dgm:spPr/>
    </dgm:pt>
    <dgm:pt modelId="{AD694B27-E7BC-4376-938F-7394A5A270BF}" type="pres">
      <dgm:prSet presAssocID="{45682D6E-6CBB-4AC1-B841-052705A1E53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2EA94BA-1F59-4A76-A318-1175B24F46ED}" type="pres">
      <dgm:prSet presAssocID="{45682D6E-6CBB-4AC1-B841-052705A1E53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43FE517-71EA-4C60-A9A8-7D334AA1ABBC}" srcId="{45682D6E-6CBB-4AC1-B841-052705A1E53D}" destId="{3B043C89-AEE7-4C0B-969E-FE74D729E698}" srcOrd="0" destOrd="0" parTransId="{3401CC41-BD88-4C9E-B295-3C64A043E8A7}" sibTransId="{154C5904-6F13-459C-B471-92680455204B}"/>
    <dgm:cxn modelId="{A9DABC21-FF10-48C1-B438-D6D8FBB09155}" type="presOf" srcId="{5F97AD2C-B0FF-4519-BD39-DCE3A7185542}" destId="{30B42194-6FFE-4ED5-9711-D02193F69CA1}" srcOrd="0" destOrd="0" presId="urn:microsoft.com/office/officeart/2005/8/layout/vList2"/>
    <dgm:cxn modelId="{75828922-133A-4B11-B395-C7381BB77455}" type="presOf" srcId="{8EADDCDB-A3DF-4906-AE4B-F6E435D0B7E0}" destId="{AFFD5875-0D78-4AE1-A071-A5BF865D0519}" srcOrd="0" destOrd="0" presId="urn:microsoft.com/office/officeart/2005/8/layout/vList2"/>
    <dgm:cxn modelId="{00D56834-E3FF-4735-8691-5A0A43CA878C}" type="presOf" srcId="{14862294-3E0D-4054-BB7C-D9BA5E8C64DA}" destId="{30B42194-6FFE-4ED5-9711-D02193F69CA1}" srcOrd="0" destOrd="1" presId="urn:microsoft.com/office/officeart/2005/8/layout/vList2"/>
    <dgm:cxn modelId="{E13BAC36-3EF2-4A5D-9231-3AA8C11681F5}" srcId="{856C3F34-0E63-489E-B924-741595A13E96}" destId="{8EADDCDB-A3DF-4906-AE4B-F6E435D0B7E0}" srcOrd="0" destOrd="0" parTransId="{BC09AD2E-89CA-40F3-BF8B-6A9BA0C708D0}" sibTransId="{1A5089C6-3EA1-4979-8DA4-394BCA9F572D}"/>
    <dgm:cxn modelId="{3679BE5D-7581-40C5-9EA0-3C0F57D0962C}" srcId="{A33CFA22-27C5-464C-9069-EC680BCF4500}" destId="{2C9C883A-BA13-46BA-BB6B-13326ECFF1DA}" srcOrd="0" destOrd="0" parTransId="{96093FBE-E9B4-4AA3-B033-759242DBACF0}" sibTransId="{FFBE91BB-FC81-468A-8B98-7C1E7448BF17}"/>
    <dgm:cxn modelId="{55BD3065-50B1-4B58-BBAE-47D0F7A6903C}" srcId="{8EADDCDB-A3DF-4906-AE4B-F6E435D0B7E0}" destId="{D55411D6-E947-482B-AC81-9B059FC60382}" srcOrd="2" destOrd="0" parTransId="{2A85CDB2-CC3F-4019-A841-66CBC4F6B46B}" sibTransId="{72C4C245-A846-42AC-B8CE-F3268DDBC2E6}"/>
    <dgm:cxn modelId="{582D4A4B-097B-486C-A3EB-EAA58A63DF77}" srcId="{8EADDCDB-A3DF-4906-AE4B-F6E435D0B7E0}" destId="{14862294-3E0D-4054-BB7C-D9BA5E8C64DA}" srcOrd="1" destOrd="0" parTransId="{766A49A8-9E5F-4F44-A61D-0793A67C4B0D}" sibTransId="{6C4ACB7B-3615-4FEA-B4AB-6578EE803FC3}"/>
    <dgm:cxn modelId="{509CB44C-0966-47FB-A06B-2B08D0848C7C}" type="presOf" srcId="{3B043C89-AEE7-4C0B-969E-FE74D729E698}" destId="{42EA94BA-1F59-4A76-A318-1175B24F46ED}" srcOrd="0" destOrd="0" presId="urn:microsoft.com/office/officeart/2005/8/layout/vList2"/>
    <dgm:cxn modelId="{937BED4E-491C-434C-890E-428AAF3B7381}" srcId="{A33CFA22-27C5-464C-9069-EC680BCF4500}" destId="{F1D676CF-2BEA-4B2B-9224-E513270F6F64}" srcOrd="1" destOrd="0" parTransId="{B858D809-B88B-480A-B320-E7FE032E6BF4}" sibTransId="{EC056880-F682-4C00-AB1F-899A51BBDB4A}"/>
    <dgm:cxn modelId="{624D2557-DDF7-482A-BFB3-85B83DA1ABFD}" type="presOf" srcId="{856C3F34-0E63-489E-B924-741595A13E96}" destId="{1FF45D34-2C64-4994-B1EE-927C2B1B7196}" srcOrd="0" destOrd="0" presId="urn:microsoft.com/office/officeart/2005/8/layout/vList2"/>
    <dgm:cxn modelId="{1C38AB57-212C-401F-997F-B1D0395BE6DD}" type="presOf" srcId="{45682D6E-6CBB-4AC1-B841-052705A1E53D}" destId="{AD694B27-E7BC-4376-938F-7394A5A270BF}" srcOrd="0" destOrd="0" presId="urn:microsoft.com/office/officeart/2005/8/layout/vList2"/>
    <dgm:cxn modelId="{042E9E7B-AFF0-42AB-B766-5E3ADF43EBEA}" srcId="{45682D6E-6CBB-4AC1-B841-052705A1E53D}" destId="{A33CFA22-27C5-464C-9069-EC680BCF4500}" srcOrd="1" destOrd="0" parTransId="{392C380A-76FC-45F2-88CC-05204E91731A}" sibTransId="{60713845-B343-47F2-A2DD-475D04106EC1}"/>
    <dgm:cxn modelId="{BBFCCE84-BB70-47CB-9092-DA85BDB4C922}" type="presOf" srcId="{2C9C883A-BA13-46BA-BB6B-13326ECFF1DA}" destId="{42EA94BA-1F59-4A76-A318-1175B24F46ED}" srcOrd="0" destOrd="2" presId="urn:microsoft.com/office/officeart/2005/8/layout/vList2"/>
    <dgm:cxn modelId="{E2A339B2-AC06-4033-91C3-ABF12300BE63}" type="presOf" srcId="{D55411D6-E947-482B-AC81-9B059FC60382}" destId="{30B42194-6FFE-4ED5-9711-D02193F69CA1}" srcOrd="0" destOrd="2" presId="urn:microsoft.com/office/officeart/2005/8/layout/vList2"/>
    <dgm:cxn modelId="{A51297E0-6627-4C5B-8A0E-31E15240A3AC}" type="presOf" srcId="{F1D676CF-2BEA-4B2B-9224-E513270F6F64}" destId="{42EA94BA-1F59-4A76-A318-1175B24F46ED}" srcOrd="0" destOrd="3" presId="urn:microsoft.com/office/officeart/2005/8/layout/vList2"/>
    <dgm:cxn modelId="{AF49B6E2-8B23-4B60-94BC-885057CB1FCE}" srcId="{8EADDCDB-A3DF-4906-AE4B-F6E435D0B7E0}" destId="{5F97AD2C-B0FF-4519-BD39-DCE3A7185542}" srcOrd="0" destOrd="0" parTransId="{74182E49-0D68-4506-8E5F-ED075ACC4122}" sibTransId="{30F8AEE9-9D8E-47BB-95E4-3F7AAE6C2AB6}"/>
    <dgm:cxn modelId="{1ACB76EF-932E-477C-8937-EC7C9C4A14AD}" srcId="{856C3F34-0E63-489E-B924-741595A13E96}" destId="{45682D6E-6CBB-4AC1-B841-052705A1E53D}" srcOrd="1" destOrd="0" parTransId="{CC72C1A7-891A-44E8-9778-43C0C4DF6E2E}" sibTransId="{52B5A852-B0D4-41DA-9C80-87200E395D57}"/>
    <dgm:cxn modelId="{C35802F6-7A16-49AD-A282-C2564039F3C3}" type="presOf" srcId="{A33CFA22-27C5-464C-9069-EC680BCF4500}" destId="{42EA94BA-1F59-4A76-A318-1175B24F46ED}" srcOrd="0" destOrd="1" presId="urn:microsoft.com/office/officeart/2005/8/layout/vList2"/>
    <dgm:cxn modelId="{45E89CE0-6865-4A28-8AC7-CC552061E523}" type="presParOf" srcId="{1FF45D34-2C64-4994-B1EE-927C2B1B7196}" destId="{AFFD5875-0D78-4AE1-A071-A5BF865D0519}" srcOrd="0" destOrd="0" presId="urn:microsoft.com/office/officeart/2005/8/layout/vList2"/>
    <dgm:cxn modelId="{3DFA1F9E-4803-4397-96A6-4742212D648C}" type="presParOf" srcId="{1FF45D34-2C64-4994-B1EE-927C2B1B7196}" destId="{30B42194-6FFE-4ED5-9711-D02193F69CA1}" srcOrd="1" destOrd="0" presId="urn:microsoft.com/office/officeart/2005/8/layout/vList2"/>
    <dgm:cxn modelId="{94F41150-67C4-4E0B-908A-7E995D463E3C}" type="presParOf" srcId="{1FF45D34-2C64-4994-B1EE-927C2B1B7196}" destId="{AD694B27-E7BC-4376-938F-7394A5A270BF}" srcOrd="2" destOrd="0" presId="urn:microsoft.com/office/officeart/2005/8/layout/vList2"/>
    <dgm:cxn modelId="{D7ACECF0-E664-4316-A258-5FEA95EAC9B7}" type="presParOf" srcId="{1FF45D34-2C64-4994-B1EE-927C2B1B7196}" destId="{42EA94BA-1F59-4A76-A318-1175B24F46E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BEDF4-810B-4FE3-B7E7-6632A12C5686}">
      <dsp:nvSpPr>
        <dsp:cNvPr id="0" name=""/>
        <dsp:cNvSpPr/>
      </dsp:nvSpPr>
      <dsp:spPr>
        <a:xfrm>
          <a:off x="0" y="31825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Advantages </a:t>
          </a:r>
          <a:r>
            <a:rPr lang="de-DE" sz="2800" kern="1200" dirty="0" err="1"/>
            <a:t>compared</a:t>
          </a:r>
          <a:r>
            <a:rPr lang="de-DE" sz="2800" kern="1200" dirty="0"/>
            <a:t> to Deep Q-Learning:</a:t>
          </a:r>
        </a:p>
      </dsp:txBody>
      <dsp:txXfrm>
        <a:off x="33583" y="65408"/>
        <a:ext cx="10448434" cy="620794"/>
      </dsp:txXfrm>
    </dsp:sp>
    <dsp:sp modelId="{7D403EC9-1223-4A37-AA2C-19D05D3D8DB2}">
      <dsp:nvSpPr>
        <dsp:cNvPr id="0" name=""/>
        <dsp:cNvSpPr/>
      </dsp:nvSpPr>
      <dsp:spPr>
        <a:xfrm>
          <a:off x="0" y="719785"/>
          <a:ext cx="10515600" cy="115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 dirty="0" err="1"/>
            <a:t>Convergence</a:t>
          </a:r>
          <a:r>
            <a:rPr lang="de-DE" sz="2200" kern="1200" dirty="0"/>
            <a:t> </a:t>
          </a:r>
          <a:r>
            <a:rPr lang="de-DE" sz="2200" kern="1200" dirty="0" err="1"/>
            <a:t>guarantee</a:t>
          </a:r>
          <a:r>
            <a:rPr lang="de-DE" sz="2200" kern="1200" dirty="0"/>
            <a:t> for finite MDPs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No forgetting of past conditions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100% transparency</a:t>
          </a:r>
        </a:p>
      </dsp:txBody>
      <dsp:txXfrm>
        <a:off x="0" y="719785"/>
        <a:ext cx="10515600" cy="1159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11C50B-6641-4996-A6BB-90432DF5EDAB}">
      <dsp:nvSpPr>
        <dsp:cNvPr id="0" name=""/>
        <dsp:cNvSpPr/>
      </dsp:nvSpPr>
      <dsp:spPr>
        <a:xfrm>
          <a:off x="0" y="62809"/>
          <a:ext cx="46634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State Design:</a:t>
          </a:r>
        </a:p>
      </dsp:txBody>
      <dsp:txXfrm>
        <a:off x="26387" y="89196"/>
        <a:ext cx="4610654" cy="487766"/>
      </dsp:txXfrm>
    </dsp:sp>
    <dsp:sp modelId="{EC45519B-F947-4646-8E15-EBBC3910A57C}">
      <dsp:nvSpPr>
        <dsp:cNvPr id="0" name=""/>
        <dsp:cNvSpPr/>
      </dsp:nvSpPr>
      <dsp:spPr>
        <a:xfrm>
          <a:off x="0" y="603350"/>
          <a:ext cx="4663428" cy="1457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6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700" kern="1200"/>
            <a:t>incTyp: 3 [EN; DE; ES]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700" kern="1200"/>
            <a:t>Buffer1Typ: 4 [empty; EN; DE; ES]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700" kern="1200"/>
            <a:t>Buffer2Typ: 4 [empty; EN; DE; ES]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700" kern="1200" dirty="0"/>
            <a:t>Buffer1cnt: 3 [(0-2); (3-6); (7-9)]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700" kern="1200" dirty="0"/>
            <a:t>Buffer2cnt: 3 [(0-2); (3-6); (7-9)]</a:t>
          </a:r>
        </a:p>
      </dsp:txBody>
      <dsp:txXfrm>
        <a:off x="0" y="603350"/>
        <a:ext cx="4663428" cy="1457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2486C-15F9-4F67-8381-869FF286CDAE}">
      <dsp:nvSpPr>
        <dsp:cNvPr id="0" name=""/>
        <dsp:cNvSpPr/>
      </dsp:nvSpPr>
      <dsp:spPr>
        <a:xfrm>
          <a:off x="2234" y="843940"/>
          <a:ext cx="1533921" cy="613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Start</a:t>
          </a:r>
        </a:p>
      </dsp:txBody>
      <dsp:txXfrm>
        <a:off x="309018" y="843940"/>
        <a:ext cx="920353" cy="613568"/>
      </dsp:txXfrm>
    </dsp:sp>
    <dsp:sp modelId="{5BAB6DA8-554C-4896-97B9-27D07A550B94}">
      <dsp:nvSpPr>
        <dsp:cNvPr id="0" name=""/>
        <dsp:cNvSpPr/>
      </dsp:nvSpPr>
      <dsp:spPr>
        <a:xfrm>
          <a:off x="1320156" y="843940"/>
          <a:ext cx="1533921" cy="613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Collect 1</a:t>
          </a:r>
          <a:endParaRPr lang="de-DE" sz="2000" kern="1200" dirty="0"/>
        </a:p>
      </dsp:txBody>
      <dsp:txXfrm>
        <a:off x="1626940" y="843940"/>
        <a:ext cx="920353" cy="613568"/>
      </dsp:txXfrm>
    </dsp:sp>
    <dsp:sp modelId="{ACA39D9E-3B37-47C6-80F6-0148FED47370}">
      <dsp:nvSpPr>
        <dsp:cNvPr id="0" name=""/>
        <dsp:cNvSpPr/>
      </dsp:nvSpPr>
      <dsp:spPr>
        <a:xfrm>
          <a:off x="1320156" y="1534205"/>
          <a:ext cx="1227137" cy="12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-1 step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+1 for </a:t>
          </a:r>
          <a:r>
            <a:rPr lang="de-DE" sz="2000" kern="1200" dirty="0" err="1"/>
            <a:t>collect</a:t>
          </a:r>
          <a:endParaRPr lang="de-D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Total: 0</a:t>
          </a:r>
        </a:p>
      </dsp:txBody>
      <dsp:txXfrm>
        <a:off x="1320156" y="1534205"/>
        <a:ext cx="1227137" cy="1290937"/>
      </dsp:txXfrm>
    </dsp:sp>
    <dsp:sp modelId="{C8E9D5A8-5EBD-4956-8C27-5842443B0221}">
      <dsp:nvSpPr>
        <dsp:cNvPr id="0" name=""/>
        <dsp:cNvSpPr/>
      </dsp:nvSpPr>
      <dsp:spPr>
        <a:xfrm>
          <a:off x="2638078" y="843940"/>
          <a:ext cx="1533921" cy="613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Collect 2</a:t>
          </a:r>
        </a:p>
      </dsp:txBody>
      <dsp:txXfrm>
        <a:off x="2944862" y="843940"/>
        <a:ext cx="920353" cy="613568"/>
      </dsp:txXfrm>
    </dsp:sp>
    <dsp:sp modelId="{AF264E7E-A0AF-4A39-A9DD-B82163250F67}">
      <dsp:nvSpPr>
        <dsp:cNvPr id="0" name=""/>
        <dsp:cNvSpPr/>
      </dsp:nvSpPr>
      <dsp:spPr>
        <a:xfrm>
          <a:off x="2638078" y="1534205"/>
          <a:ext cx="1227137" cy="12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-1 step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+2 for </a:t>
          </a:r>
          <a:r>
            <a:rPr lang="de-DE" sz="2000" kern="1200" dirty="0" err="1"/>
            <a:t>collect</a:t>
          </a:r>
          <a:endParaRPr lang="de-D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Total : +1</a:t>
          </a:r>
        </a:p>
      </dsp:txBody>
      <dsp:txXfrm>
        <a:off x="2638078" y="1534205"/>
        <a:ext cx="1227137" cy="1290937"/>
      </dsp:txXfrm>
    </dsp:sp>
    <dsp:sp modelId="{09DF3074-45A0-4188-8ECF-78313F9E1564}">
      <dsp:nvSpPr>
        <dsp:cNvPr id="0" name=""/>
        <dsp:cNvSpPr/>
      </dsp:nvSpPr>
      <dsp:spPr>
        <a:xfrm>
          <a:off x="3955999" y="843940"/>
          <a:ext cx="1533921" cy="613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Collect 3</a:t>
          </a:r>
        </a:p>
      </dsp:txBody>
      <dsp:txXfrm>
        <a:off x="4262783" y="843940"/>
        <a:ext cx="920353" cy="613568"/>
      </dsp:txXfrm>
    </dsp:sp>
    <dsp:sp modelId="{C759024C-0D94-4467-BBF8-3790563F8BDF}">
      <dsp:nvSpPr>
        <dsp:cNvPr id="0" name=""/>
        <dsp:cNvSpPr/>
      </dsp:nvSpPr>
      <dsp:spPr>
        <a:xfrm>
          <a:off x="3955999" y="1534205"/>
          <a:ext cx="1227137" cy="12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-1 step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+3 for </a:t>
          </a:r>
          <a:r>
            <a:rPr lang="de-DE" sz="2000" kern="1200" dirty="0" err="1"/>
            <a:t>collect</a:t>
          </a:r>
          <a:endParaRPr lang="de-D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Total: +3</a:t>
          </a:r>
        </a:p>
      </dsp:txBody>
      <dsp:txXfrm>
        <a:off x="3955999" y="1534205"/>
        <a:ext cx="1227137" cy="1290937"/>
      </dsp:txXfrm>
    </dsp:sp>
    <dsp:sp modelId="{37E4A32C-F7F2-4B5A-9972-688881C2FE09}">
      <dsp:nvSpPr>
        <dsp:cNvPr id="0" name=""/>
        <dsp:cNvSpPr/>
      </dsp:nvSpPr>
      <dsp:spPr>
        <a:xfrm>
          <a:off x="5273921" y="843940"/>
          <a:ext cx="1533921" cy="613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Collect 4</a:t>
          </a:r>
        </a:p>
      </dsp:txBody>
      <dsp:txXfrm>
        <a:off x="5580705" y="843940"/>
        <a:ext cx="920353" cy="613568"/>
      </dsp:txXfrm>
    </dsp:sp>
    <dsp:sp modelId="{A4CE2CC1-A0B5-4B71-879D-DC878BDECF36}">
      <dsp:nvSpPr>
        <dsp:cNvPr id="0" name=""/>
        <dsp:cNvSpPr/>
      </dsp:nvSpPr>
      <dsp:spPr>
        <a:xfrm>
          <a:off x="5273921" y="1534205"/>
          <a:ext cx="1227137" cy="12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-1 step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+4 for </a:t>
          </a:r>
          <a:r>
            <a:rPr lang="de-DE" sz="2000" kern="1200" dirty="0" err="1"/>
            <a:t>collect</a:t>
          </a:r>
          <a:endParaRPr lang="de-D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Total +6</a:t>
          </a:r>
        </a:p>
      </dsp:txBody>
      <dsp:txXfrm>
        <a:off x="5273921" y="1534205"/>
        <a:ext cx="1227137" cy="1290937"/>
      </dsp:txXfrm>
    </dsp:sp>
    <dsp:sp modelId="{6B1B1293-B58F-4688-9F58-9E74029BD1EA}">
      <dsp:nvSpPr>
        <dsp:cNvPr id="0" name=""/>
        <dsp:cNvSpPr/>
      </dsp:nvSpPr>
      <dsp:spPr>
        <a:xfrm>
          <a:off x="6591843" y="843940"/>
          <a:ext cx="1533921" cy="613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 err="1"/>
            <a:t>Flush</a:t>
          </a:r>
          <a:endParaRPr lang="de-DE" sz="2000" kern="1200" dirty="0"/>
        </a:p>
      </dsp:txBody>
      <dsp:txXfrm>
        <a:off x="6898627" y="843940"/>
        <a:ext cx="920353" cy="613568"/>
      </dsp:txXfrm>
    </dsp:sp>
    <dsp:sp modelId="{4F429302-7D3E-4297-B80D-58B20D9E6036}">
      <dsp:nvSpPr>
        <dsp:cNvPr id="0" name=""/>
        <dsp:cNvSpPr/>
      </dsp:nvSpPr>
      <dsp:spPr>
        <a:xfrm>
          <a:off x="6591843" y="1534205"/>
          <a:ext cx="1227137" cy="12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-1 step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-4 for </a:t>
          </a:r>
          <a:r>
            <a:rPr lang="de-DE" sz="2000" kern="1200" dirty="0" err="1"/>
            <a:t>flush</a:t>
          </a:r>
          <a:endParaRPr lang="de-D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de-D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DE" sz="2000" kern="1200" dirty="0"/>
            <a:t>Total: +1</a:t>
          </a:r>
        </a:p>
      </dsp:txBody>
      <dsp:txXfrm>
        <a:off x="6591843" y="1534205"/>
        <a:ext cx="1227137" cy="12909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28420C-61AD-4E98-A747-A3B39BDB8644}">
      <dsp:nvSpPr>
        <dsp:cNvPr id="0" name=""/>
        <dsp:cNvSpPr/>
      </dsp:nvSpPr>
      <dsp:spPr>
        <a:xfrm>
          <a:off x="0" y="179744"/>
          <a:ext cx="4663428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State Design:</a:t>
          </a:r>
        </a:p>
      </dsp:txBody>
      <dsp:txXfrm>
        <a:off x="28786" y="208530"/>
        <a:ext cx="4605856" cy="532107"/>
      </dsp:txXfrm>
    </dsp:sp>
    <dsp:sp modelId="{E6C666AF-6059-412F-95AE-FADB4FA83CF5}">
      <dsp:nvSpPr>
        <dsp:cNvPr id="0" name=""/>
        <dsp:cNvSpPr/>
      </dsp:nvSpPr>
      <dsp:spPr>
        <a:xfrm>
          <a:off x="0" y="769424"/>
          <a:ext cx="4663428" cy="131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6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 dirty="0"/>
            <a:t>Buffer1Typ: 3 [</a:t>
          </a:r>
          <a:r>
            <a:rPr lang="de-DE" sz="1900" kern="1200" dirty="0" err="1"/>
            <a:t>empty</a:t>
          </a:r>
          <a:r>
            <a:rPr lang="de-DE" sz="1900" kern="1200" dirty="0"/>
            <a:t>; match; </a:t>
          </a:r>
          <a:r>
            <a:rPr lang="de-DE" sz="1900" kern="1200" dirty="0" err="1"/>
            <a:t>mismatch</a:t>
          </a:r>
          <a:r>
            <a:rPr lang="de-DE" sz="1900" kern="1200" dirty="0"/>
            <a:t>]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 dirty="0"/>
            <a:t>Buffer2Typ: 3 [</a:t>
          </a:r>
          <a:r>
            <a:rPr lang="de-DE" sz="1900" kern="1200" dirty="0" err="1"/>
            <a:t>empty</a:t>
          </a:r>
          <a:r>
            <a:rPr lang="de-DE" sz="1900" kern="1200" dirty="0"/>
            <a:t>; match; </a:t>
          </a:r>
          <a:r>
            <a:rPr lang="de-DE" sz="1900" kern="1200" dirty="0" err="1"/>
            <a:t>mismatch</a:t>
          </a:r>
          <a:r>
            <a:rPr lang="de-DE" sz="1900" kern="1200" dirty="0"/>
            <a:t>]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 dirty="0"/>
            <a:t>Buffer1cnt: 3 [(0-2); (3-6); (7-9)]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/>
            <a:t>Buffer2cnt: 3 [(0-2); (3-6); (7-9)]</a:t>
          </a:r>
        </a:p>
      </dsp:txBody>
      <dsp:txXfrm>
        <a:off x="0" y="769424"/>
        <a:ext cx="4663428" cy="13165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BBE430-824D-4DE0-AD0D-086EDF36F698}">
      <dsp:nvSpPr>
        <dsp:cNvPr id="0" name=""/>
        <dsp:cNvSpPr/>
      </dsp:nvSpPr>
      <dsp:spPr>
        <a:xfrm>
          <a:off x="0" y="98181"/>
          <a:ext cx="5000622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 dirty="0"/>
            <a:t>State </a:t>
          </a:r>
          <a:r>
            <a:rPr lang="de-DE" sz="2700" kern="1200" dirty="0" err="1"/>
            <a:t>LastCollected</a:t>
          </a:r>
          <a:r>
            <a:rPr lang="de-DE" sz="2700" kern="1200" dirty="0"/>
            <a:t>:</a:t>
          </a:r>
        </a:p>
      </dsp:txBody>
      <dsp:txXfrm>
        <a:off x="32384" y="130565"/>
        <a:ext cx="4935854" cy="598621"/>
      </dsp:txXfrm>
    </dsp:sp>
    <dsp:sp modelId="{F8F125A9-62CE-4EC5-A92D-3D57F9F95FD0}">
      <dsp:nvSpPr>
        <dsp:cNvPr id="0" name=""/>
        <dsp:cNvSpPr/>
      </dsp:nvSpPr>
      <dsp:spPr>
        <a:xfrm>
          <a:off x="0" y="761571"/>
          <a:ext cx="5000622" cy="1033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100" kern="1200" dirty="0" err="1"/>
            <a:t>keeps</a:t>
          </a:r>
          <a:r>
            <a:rPr lang="de-DE" sz="2100" kern="1200" dirty="0"/>
            <a:t> track of </a:t>
          </a:r>
          <a:r>
            <a:rPr lang="de-DE" sz="2100" kern="1200" dirty="0" err="1"/>
            <a:t>which</a:t>
          </a:r>
          <a:r>
            <a:rPr lang="de-DE" sz="2100" kern="1200" dirty="0"/>
            <a:t> type was </a:t>
          </a:r>
          <a:r>
            <a:rPr lang="de-DE" sz="2100" kern="1200" dirty="0" err="1"/>
            <a:t>collected</a:t>
          </a:r>
          <a:r>
            <a:rPr lang="de-DE" sz="2100" kern="1200" dirty="0"/>
            <a:t> last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100" kern="1200" dirty="0"/>
            <a:t>3 [Warm-Up, </a:t>
          </a:r>
          <a:r>
            <a:rPr lang="de-DE" sz="2100" kern="1200" dirty="0" err="1"/>
            <a:t>Collected</a:t>
          </a:r>
          <a:r>
            <a:rPr lang="de-DE" sz="2100" kern="1200" dirty="0"/>
            <a:t>, </a:t>
          </a:r>
          <a:r>
            <a:rPr lang="de-DE" sz="2100" kern="1200" dirty="0" err="1"/>
            <a:t>NotCollected</a:t>
          </a:r>
          <a:r>
            <a:rPr lang="de-DE" sz="2100" kern="1200" dirty="0"/>
            <a:t>]</a:t>
          </a:r>
        </a:p>
      </dsp:txBody>
      <dsp:txXfrm>
        <a:off x="0" y="761571"/>
        <a:ext cx="5000622" cy="10339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3CFA6C-4E50-4FE8-9D98-90608FD0E7CD}">
      <dsp:nvSpPr>
        <dsp:cNvPr id="0" name=""/>
        <dsp:cNvSpPr/>
      </dsp:nvSpPr>
      <dsp:spPr>
        <a:xfrm>
          <a:off x="0" y="0"/>
          <a:ext cx="4663428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State Design:</a:t>
          </a:r>
        </a:p>
      </dsp:txBody>
      <dsp:txXfrm>
        <a:off x="28786" y="28786"/>
        <a:ext cx="4605856" cy="532107"/>
      </dsp:txXfrm>
    </dsp:sp>
    <dsp:sp modelId="{BE15384B-9758-4F58-B4D7-4583EF1B89F5}">
      <dsp:nvSpPr>
        <dsp:cNvPr id="0" name=""/>
        <dsp:cNvSpPr/>
      </dsp:nvSpPr>
      <dsp:spPr>
        <a:xfrm>
          <a:off x="0" y="597190"/>
          <a:ext cx="4663428" cy="1937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6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 dirty="0"/>
            <a:t>Buffer1Typ: 3 [</a:t>
          </a:r>
          <a:r>
            <a:rPr lang="de-DE" sz="1900" kern="1200" dirty="0" err="1"/>
            <a:t>empty</a:t>
          </a:r>
          <a:r>
            <a:rPr lang="de-DE" sz="1900" kern="1200" dirty="0"/>
            <a:t>; match; </a:t>
          </a:r>
          <a:r>
            <a:rPr lang="de-DE" sz="1900" kern="1200" dirty="0" err="1"/>
            <a:t>mismatch</a:t>
          </a:r>
          <a:r>
            <a:rPr lang="de-DE" sz="1900" kern="1200" dirty="0"/>
            <a:t>]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 dirty="0"/>
            <a:t>Buffer2Typ: 3 [</a:t>
          </a:r>
          <a:r>
            <a:rPr lang="de-DE" sz="1900" kern="1200" dirty="0" err="1"/>
            <a:t>empty</a:t>
          </a:r>
          <a:r>
            <a:rPr lang="de-DE" sz="1900" kern="1200" dirty="0"/>
            <a:t>; match; </a:t>
          </a:r>
          <a:r>
            <a:rPr lang="de-DE" sz="1900" kern="1200" dirty="0" err="1"/>
            <a:t>mismatch</a:t>
          </a:r>
          <a:r>
            <a:rPr lang="de-DE" sz="1900" kern="1200" dirty="0"/>
            <a:t>]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/>
            <a:t>Buffer1cnt: 3 [(0-2); (3-6); (7-9)]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/>
            <a:t>Buffer2cnt: 3 [(0-2); (3-6); (7-9)]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900" kern="1200" dirty="0" err="1"/>
            <a:t>LastCollected</a:t>
          </a:r>
          <a:r>
            <a:rPr lang="de-DE" sz="1900" kern="1200" dirty="0"/>
            <a:t>: 3 [Warm-Up, </a:t>
          </a:r>
          <a:r>
            <a:rPr lang="de-DE" sz="1900" kern="1200" dirty="0" err="1"/>
            <a:t>Collected</a:t>
          </a:r>
          <a:r>
            <a:rPr lang="de-DE" sz="1900" kern="1200" dirty="0"/>
            <a:t>, </a:t>
          </a:r>
          <a:r>
            <a:rPr lang="de-DE" sz="1900" kern="1200" dirty="0" err="1"/>
            <a:t>NotCollected</a:t>
          </a:r>
          <a:r>
            <a:rPr lang="de-DE" sz="1900" kern="1200" dirty="0"/>
            <a:t>]</a:t>
          </a:r>
        </a:p>
      </dsp:txBody>
      <dsp:txXfrm>
        <a:off x="0" y="597190"/>
        <a:ext cx="4663428" cy="19375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F1EE9A-37DF-4D63-8494-31419B7B15C8}">
      <dsp:nvSpPr>
        <dsp:cNvPr id="0" name=""/>
        <dsp:cNvSpPr/>
      </dsp:nvSpPr>
      <dsp:spPr>
        <a:xfrm>
          <a:off x="0" y="3502"/>
          <a:ext cx="10863068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b="1" kern="1200"/>
            <a:t>Policy comparison (Simple Reflex Agents):</a:t>
          </a:r>
          <a:endParaRPr lang="de-DE" sz="2100" kern="1200"/>
        </a:p>
      </dsp:txBody>
      <dsp:txXfrm>
        <a:off x="25188" y="28690"/>
        <a:ext cx="10812692" cy="465594"/>
      </dsp:txXfrm>
    </dsp:sp>
    <dsp:sp modelId="{0DE9443B-9499-4E29-95A6-08AEC87BAA81}">
      <dsp:nvSpPr>
        <dsp:cNvPr id="0" name=""/>
        <dsp:cNvSpPr/>
      </dsp:nvSpPr>
      <dsp:spPr>
        <a:xfrm>
          <a:off x="0" y="519472"/>
          <a:ext cx="10863068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90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600" b="1" kern="1200"/>
            <a:t>Agent 1:</a:t>
          </a:r>
          <a:r>
            <a:rPr lang="de-DE" sz="1600" kern="1200"/>
            <a:t> Immediately fills any free buffer.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600" b="1" kern="1200" dirty="0"/>
            <a:t>Agent 2:</a:t>
          </a:r>
          <a:r>
            <a:rPr lang="de-DE" sz="1600" kern="1200" dirty="0"/>
            <a:t> Waits for a game different </a:t>
          </a:r>
          <a:r>
            <a:rPr lang="de-DE" sz="1600" kern="1200" dirty="0" err="1"/>
            <a:t>from</a:t>
          </a:r>
          <a:r>
            <a:rPr lang="de-DE" sz="1600" kern="1200" dirty="0"/>
            <a:t> the last </a:t>
          </a:r>
          <a:r>
            <a:rPr lang="de-DE" sz="1600" kern="1200" dirty="0" err="1"/>
            <a:t>collected</a:t>
          </a:r>
          <a:r>
            <a:rPr lang="de-DE" sz="1600" kern="1200" dirty="0"/>
            <a:t>.</a:t>
          </a:r>
        </a:p>
      </dsp:txBody>
      <dsp:txXfrm>
        <a:off x="0" y="519472"/>
        <a:ext cx="10863068" cy="55424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76B5C4-7984-409D-A06A-2538C80BA893}">
      <dsp:nvSpPr>
        <dsp:cNvPr id="0" name=""/>
        <dsp:cNvSpPr/>
      </dsp:nvSpPr>
      <dsp:spPr>
        <a:xfrm>
          <a:off x="0" y="8144"/>
          <a:ext cx="4762500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State Design:</a:t>
          </a:r>
        </a:p>
      </dsp:txBody>
      <dsp:txXfrm>
        <a:off x="27586" y="35730"/>
        <a:ext cx="4707328" cy="509938"/>
      </dsp:txXfrm>
    </dsp:sp>
    <dsp:sp modelId="{045B3D0A-7C13-4220-A2B7-A66686DAB1D6}">
      <dsp:nvSpPr>
        <dsp:cNvPr id="0" name=""/>
        <dsp:cNvSpPr/>
      </dsp:nvSpPr>
      <dsp:spPr>
        <a:xfrm>
          <a:off x="0" y="573254"/>
          <a:ext cx="476250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209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800" kern="1200" dirty="0"/>
            <a:t>Buffer1Typ: 3 [</a:t>
          </a:r>
          <a:r>
            <a:rPr lang="de-DE" sz="1800" kern="1200" dirty="0" err="1"/>
            <a:t>empty</a:t>
          </a:r>
          <a:r>
            <a:rPr lang="de-DE" sz="1800" kern="1200" dirty="0"/>
            <a:t>; match; </a:t>
          </a:r>
          <a:r>
            <a:rPr lang="de-DE" sz="1800" kern="1200" dirty="0" err="1"/>
            <a:t>mismatch</a:t>
          </a:r>
          <a:r>
            <a:rPr lang="de-DE" sz="1800" kern="1200" dirty="0"/>
            <a:t>]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800" kern="1200" dirty="0"/>
            <a:t>Buffer2Typ: 3 [</a:t>
          </a:r>
          <a:r>
            <a:rPr lang="de-DE" sz="1800" kern="1200" dirty="0" err="1"/>
            <a:t>empty</a:t>
          </a:r>
          <a:r>
            <a:rPr lang="de-DE" sz="1800" kern="1200" dirty="0"/>
            <a:t>; match; </a:t>
          </a:r>
          <a:r>
            <a:rPr lang="de-DE" sz="1800" kern="1200" dirty="0" err="1"/>
            <a:t>mismatch</a:t>
          </a:r>
          <a:r>
            <a:rPr lang="de-DE" sz="1800" kern="1200" dirty="0"/>
            <a:t>]</a:t>
          </a:r>
        </a:p>
      </dsp:txBody>
      <dsp:txXfrm>
        <a:off x="0" y="573254"/>
        <a:ext cx="4762500" cy="61893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D5875-0D78-4AE1-A071-A5BF865D0519}">
      <dsp:nvSpPr>
        <dsp:cNvPr id="0" name=""/>
        <dsp:cNvSpPr/>
      </dsp:nvSpPr>
      <dsp:spPr>
        <a:xfrm>
          <a:off x="0" y="75917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1" kern="1200"/>
            <a:t>Key Findings &amp; Optimization</a:t>
          </a:r>
          <a:endParaRPr lang="de-DE" sz="2800" kern="1200"/>
        </a:p>
      </dsp:txBody>
      <dsp:txXfrm>
        <a:off x="33583" y="109500"/>
        <a:ext cx="10448434" cy="620794"/>
      </dsp:txXfrm>
    </dsp:sp>
    <dsp:sp modelId="{30B42194-6FFE-4ED5-9711-D02193F69CA1}">
      <dsp:nvSpPr>
        <dsp:cNvPr id="0" name=""/>
        <dsp:cNvSpPr/>
      </dsp:nvSpPr>
      <dsp:spPr>
        <a:xfrm>
          <a:off x="0" y="763877"/>
          <a:ext cx="10515600" cy="176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b="1" kern="1200" dirty="0"/>
            <a:t>Best Performance </a:t>
          </a:r>
          <a:r>
            <a:rPr lang="de-DE" sz="2200" b="1" kern="1200" dirty="0" err="1"/>
            <a:t>with</a:t>
          </a:r>
          <a:r>
            <a:rPr lang="de-DE" sz="2200" b="1" kern="1200" dirty="0"/>
            <a:t> Lean State:</a:t>
          </a:r>
          <a:r>
            <a:rPr lang="de-DE" sz="2200" kern="1200" dirty="0"/>
            <a:t> Relative </a:t>
          </a:r>
          <a:r>
            <a:rPr lang="de-DE" sz="2200" kern="1200" dirty="0" err="1"/>
            <a:t>states</a:t>
          </a:r>
          <a:r>
            <a:rPr lang="de-DE" sz="2200" kern="1200" dirty="0"/>
            <a:t> (match / </a:t>
          </a:r>
          <a:r>
            <a:rPr lang="de-DE" sz="2200" kern="1200" dirty="0" err="1"/>
            <a:t>mismatch</a:t>
          </a:r>
          <a:r>
            <a:rPr lang="de-DE" sz="2200" kern="1200" dirty="0"/>
            <a:t>) </a:t>
          </a:r>
          <a:r>
            <a:rPr lang="de-DE" sz="2200" kern="1200" dirty="0" err="1"/>
            <a:t>achieve</a:t>
          </a:r>
          <a:r>
            <a:rPr lang="de-DE" sz="2200" kern="1200" dirty="0"/>
            <a:t> the </a:t>
          </a:r>
          <a:r>
            <a:rPr lang="de-DE" sz="2200" kern="1200" dirty="0" err="1"/>
            <a:t>best</a:t>
          </a:r>
          <a:r>
            <a:rPr lang="de-DE" sz="2200" kern="1200" dirty="0"/>
            <a:t> </a:t>
          </a:r>
          <a:r>
            <a:rPr lang="de-DE" sz="2200" kern="1200" dirty="0" err="1"/>
            <a:t>result</a:t>
          </a:r>
          <a:r>
            <a:rPr lang="de-DE" sz="2200" kern="1200" dirty="0"/>
            <a:t> of </a:t>
          </a:r>
          <a:r>
            <a:rPr lang="de-DE" sz="2200" b="1" kern="1200" dirty="0"/>
            <a:t>1,850–1,950 </a:t>
          </a:r>
          <a:r>
            <a:rPr lang="de-DE" sz="2200" b="1" kern="1200" dirty="0" err="1"/>
            <a:t>steps</a:t>
          </a:r>
          <a:r>
            <a:rPr lang="de-DE" sz="2200" b="1" kern="1200" dirty="0"/>
            <a:t> / 1,000 </a:t>
          </a:r>
          <a:r>
            <a:rPr lang="de-DE" sz="2200" b="1" kern="1200" dirty="0" err="1"/>
            <a:t>games</a:t>
          </a:r>
          <a:r>
            <a:rPr lang="de-DE" sz="2200" kern="1200" dirty="0"/>
            <a:t>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de-DE" sz="2200" b="1" kern="1200"/>
            <a:t>History Adds No Value:</a:t>
          </a:r>
          <a:r>
            <a:rPr lang="de-DE" sz="2200" kern="1200"/>
            <a:t> Tracking lastcollect increases state size without making the robot faster.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de-DE" sz="2200" b="1" kern="1200" dirty="0"/>
            <a:t>Main Takeaway:</a:t>
          </a:r>
          <a:r>
            <a:rPr lang="de-DE" sz="2200" kern="1200" dirty="0"/>
            <a:t> Smart feature design </a:t>
          </a:r>
          <a:r>
            <a:rPr lang="de-DE" sz="2200" kern="1200" dirty="0" err="1"/>
            <a:t>beats</a:t>
          </a:r>
          <a:r>
            <a:rPr lang="de-DE" sz="2200" kern="1200" dirty="0"/>
            <a:t> </a:t>
          </a:r>
          <a:r>
            <a:rPr lang="de-DE" sz="2200" kern="1200" dirty="0" err="1"/>
            <a:t>brute</a:t>
          </a:r>
          <a:r>
            <a:rPr lang="de-DE" sz="2200" kern="1200" dirty="0"/>
            <a:t>-force </a:t>
          </a:r>
          <a:r>
            <a:rPr lang="de-DE" sz="2200" kern="1200" dirty="0" err="1"/>
            <a:t>state</a:t>
          </a:r>
          <a:r>
            <a:rPr lang="de-DE" sz="2200" kern="1200" dirty="0"/>
            <a:t> </a:t>
          </a:r>
          <a:r>
            <a:rPr lang="de-DE" sz="2200" kern="1200" dirty="0" err="1"/>
            <a:t>expansion</a:t>
          </a:r>
          <a:r>
            <a:rPr lang="de-DE" sz="2200" kern="1200" dirty="0"/>
            <a:t>.</a:t>
          </a:r>
        </a:p>
      </dsp:txBody>
      <dsp:txXfrm>
        <a:off x="0" y="763877"/>
        <a:ext cx="10515600" cy="1767780"/>
      </dsp:txXfrm>
    </dsp:sp>
    <dsp:sp modelId="{AD694B27-E7BC-4376-938F-7394A5A270BF}">
      <dsp:nvSpPr>
        <dsp:cNvPr id="0" name=""/>
        <dsp:cNvSpPr/>
      </dsp:nvSpPr>
      <dsp:spPr>
        <a:xfrm>
          <a:off x="0" y="2531657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1" kern="1200"/>
            <a:t>Limits &amp; Future Work</a:t>
          </a:r>
          <a:endParaRPr lang="de-DE" sz="2800" kern="1200"/>
        </a:p>
      </dsp:txBody>
      <dsp:txXfrm>
        <a:off x="33583" y="2565240"/>
        <a:ext cx="10448434" cy="620794"/>
      </dsp:txXfrm>
    </dsp:sp>
    <dsp:sp modelId="{42EA94BA-1F59-4A76-A318-1175B24F46ED}">
      <dsp:nvSpPr>
        <dsp:cNvPr id="0" name=""/>
        <dsp:cNvSpPr/>
      </dsp:nvSpPr>
      <dsp:spPr>
        <a:xfrm>
          <a:off x="0" y="3219617"/>
          <a:ext cx="10515600" cy="1825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b="1" kern="1200" dirty="0"/>
            <a:t>Limit </a:t>
          </a:r>
          <a:r>
            <a:rPr lang="de-DE" sz="2200" b="1" kern="1200" dirty="0" err="1"/>
            <a:t>Reached</a:t>
          </a:r>
          <a:r>
            <a:rPr lang="de-DE" sz="2200" b="1" kern="1200" dirty="0"/>
            <a:t>:</a:t>
          </a:r>
          <a:r>
            <a:rPr lang="de-DE" sz="2200" kern="1200" dirty="0"/>
            <a:t> The </a:t>
          </a:r>
          <a:r>
            <a:rPr lang="de-DE" sz="2200" kern="1200" dirty="0" err="1"/>
            <a:t>strategy</a:t>
          </a:r>
          <a:r>
            <a:rPr lang="de-DE" sz="2200" kern="1200" dirty="0"/>
            <a:t> </a:t>
          </a:r>
          <a:r>
            <a:rPr lang="de-DE" sz="2200" kern="1200" dirty="0" err="1"/>
            <a:t>is</a:t>
          </a:r>
          <a:r>
            <a:rPr lang="de-DE" sz="2200" kern="1200" dirty="0"/>
            <a:t> </a:t>
          </a:r>
          <a:r>
            <a:rPr lang="de-DE" sz="2200" kern="1200" dirty="0" err="1"/>
            <a:t>already</a:t>
          </a:r>
          <a:r>
            <a:rPr lang="de-DE" sz="2200" kern="1200" dirty="0"/>
            <a:t> optimal for the </a:t>
          </a:r>
          <a:r>
            <a:rPr lang="de-DE" sz="2200" kern="1200" dirty="0" err="1"/>
            <a:t>current</a:t>
          </a:r>
          <a:r>
            <a:rPr lang="de-DE" sz="2200" kern="1200" dirty="0"/>
            <a:t> </a:t>
          </a:r>
          <a:r>
            <a:rPr lang="de-DE" sz="2200" kern="1200" dirty="0" err="1"/>
            <a:t>setup</a:t>
          </a:r>
          <a:r>
            <a:rPr lang="de-DE" sz="2200" kern="1200" dirty="0"/>
            <a:t>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b="1" kern="1200" dirty="0"/>
            <a:t>Further </a:t>
          </a:r>
          <a:r>
            <a:rPr lang="de-DE" sz="2200" b="1" kern="1200" dirty="0" err="1"/>
            <a:t>Speedups</a:t>
          </a:r>
          <a:r>
            <a:rPr lang="de-DE" sz="2200" b="1" kern="1200" dirty="0"/>
            <a:t> Need More Degrees of Freedom:</a:t>
          </a:r>
          <a:r>
            <a:rPr lang="de-DE" sz="2200" kern="1200" dirty="0"/>
            <a:t> </a:t>
          </a:r>
          <a:r>
            <a:rPr lang="de-DE" sz="2200" kern="1200" dirty="0" err="1"/>
            <a:t>Reducing</a:t>
          </a:r>
          <a:r>
            <a:rPr lang="de-DE" sz="2200" kern="1200" dirty="0"/>
            <a:t> </a:t>
          </a:r>
          <a:r>
            <a:rPr lang="de-DE" sz="2200" kern="1200" dirty="0" err="1"/>
            <a:t>steps</a:t>
          </a:r>
          <a:r>
            <a:rPr lang="de-DE" sz="2200" kern="1200" dirty="0"/>
            <a:t> </a:t>
          </a:r>
          <a:r>
            <a:rPr lang="de-DE" sz="2200" kern="1200" dirty="0" err="1"/>
            <a:t>further</a:t>
          </a:r>
          <a:r>
            <a:rPr lang="de-DE" sz="2200" kern="1200" dirty="0"/>
            <a:t> </a:t>
          </a:r>
          <a:r>
            <a:rPr lang="de-DE" sz="2200" kern="1200" dirty="0" err="1"/>
            <a:t>requires</a:t>
          </a:r>
          <a:r>
            <a:rPr lang="de-DE" sz="2200" kern="1200" dirty="0"/>
            <a:t> additional </a:t>
          </a:r>
          <a:r>
            <a:rPr lang="de-DE" sz="2200" kern="1200" dirty="0" err="1"/>
            <a:t>actions</a:t>
          </a:r>
          <a:r>
            <a:rPr lang="de-DE" sz="2200" kern="1200" dirty="0"/>
            <a:t> for the </a:t>
          </a:r>
          <a:r>
            <a:rPr lang="de-DE" sz="2200" kern="1200" dirty="0" err="1"/>
            <a:t>agent</a:t>
          </a:r>
          <a:r>
            <a:rPr lang="de-DE" sz="2200" kern="1200" dirty="0"/>
            <a:t>: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de-DE" sz="2200" kern="1200"/>
            <a:t>Priority control between the main line and return loop.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de-DE" sz="2200" kern="1200" dirty="0"/>
            <a:t>Dynamic </a:t>
          </a:r>
          <a:r>
            <a:rPr lang="de-DE" sz="2200" kern="1200" dirty="0" err="1"/>
            <a:t>conveyor</a:t>
          </a:r>
          <a:r>
            <a:rPr lang="de-DE" sz="2200" kern="1200" dirty="0"/>
            <a:t> </a:t>
          </a:r>
          <a:r>
            <a:rPr lang="de-DE" sz="2200" kern="1200" dirty="0" err="1"/>
            <a:t>belt</a:t>
          </a:r>
          <a:r>
            <a:rPr lang="de-DE" sz="2200" kern="1200" dirty="0"/>
            <a:t> </a:t>
          </a:r>
          <a:r>
            <a:rPr lang="de-DE" sz="2200" kern="1200" dirty="0" err="1"/>
            <a:t>speeds</a:t>
          </a:r>
          <a:r>
            <a:rPr lang="de-DE" sz="2200" kern="1200" dirty="0"/>
            <a:t>.</a:t>
          </a:r>
        </a:p>
      </dsp:txBody>
      <dsp:txXfrm>
        <a:off x="0" y="3219617"/>
        <a:ext cx="10515600" cy="1825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88B2D-3E06-4D7C-A936-365E30E787AF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B04BC-11A1-436E-82D8-12006A6BF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412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E52D0B-552C-7472-C8DF-1569B9B52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126887-1428-3B7C-A0DB-41B52BE21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3A7C77-A575-4FD9-D1F8-53D0D68A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4ABB4A-2E10-42F0-F1D7-558D6A036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455FC7-1FCF-E3CF-C15A-D3B0F43C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801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71B6CB-109F-6F59-09AC-758E8CD73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73D295-45AE-1E7C-F50A-5669974E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66FBF9-A366-35BD-0D2B-096D1D225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769BA7-9F3B-533A-8982-B5061863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6E16AE-3095-B406-1407-7D1F1284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2463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840AA9-7414-A8B5-0E57-8649633F1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76F86C-D6B5-19A1-EACA-33C117627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946819-E807-4A05-8CCA-E78390A1C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452F2C-8482-883A-C16E-26D101C6E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D273C0-A350-FF95-A1E6-3760E175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71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4279D8-6FEE-7226-19AA-3DEAD4AF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26ABEB-6397-74A3-4F24-CCFFB25E4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C063AE-F96A-EAD5-41AD-6412EB1C5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78DF2C-3E52-4606-666D-849C7159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447C86-CE6D-37D9-FDC5-FC5CE474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886A48-D4CC-3683-0B5D-87BB53BC9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464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556BA4-562C-FC38-B845-710E079A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744915-31C6-C53C-C34B-20169AF0C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D31D62-E510-36EE-DE49-DB929D053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1DDA4ED-BA83-8C01-3881-F94AED607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D794491-2FDB-F4CF-E819-DF4ACFD23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18242D-A3F5-C6AD-1652-A2B21333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02E1605-4EF9-57B6-4DCE-71218568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E267C24-41BD-2C25-033F-97BB6846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279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279756-41EB-17ED-70BD-29DD6345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1C07F5-048D-C2B2-9D3F-A12C2F356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EFCEDC-335A-0F63-155B-64AE313B6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26F02F-06D4-5B05-E5CA-7A3BDFD00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5307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5936720-B54C-2F36-2DDD-A4618F63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9C29A7-149C-2827-6F2A-5BE0B55D9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223F82-19B6-4108-48C4-168ED039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23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A2B435-4296-2BFC-0D52-2F87169B5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E35945-FD01-7367-39B3-8B796D257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960BE0A-F9AC-3C0F-97DD-9442DD0A2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B6D00A-6519-250B-97B3-91490AE40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5B0FFE-D8AD-80B9-8D1D-D05FCBB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11B7D7-97DF-71DD-61A2-8BABFC77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507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E67AE3-89DB-4BF9-EC74-876C9C22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02325FF-AB72-5FE0-8F23-D76A19FD3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4905AF-429B-A898-11D8-ECA55DD57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953F87-5892-1181-B96E-30F30DA4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B4AC24-C295-6E22-92A7-B16D65E1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D1FCC8-B612-0D0B-C6B5-BD858B28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742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264D8C-E19C-3E69-25EC-EFC3D03AB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DE0BDB-6CA6-F2A5-8C62-30714E04D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0BE7DB-1CC9-3F7E-0D85-0525F806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31C15C-6B3D-76F3-F3C0-61DBA2C14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B7FC1F-FE05-16E6-2B42-1D764A724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8630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B36AC7-B9B9-A01B-6721-32FC3AC14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CBE66A-0CC8-BD51-4DB2-6B425267A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A8A207-A11B-691D-9FA7-1191E3C7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359AF7-85AC-BD85-83D7-B33AF734D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89E8C8-6F9B-3531-808C-C968C328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5939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9D5354-F267-37F5-4238-9B93C8A4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3A2F9B-2C24-01D0-74B8-73A671B23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BA0203-B6AA-88A0-62D3-C57446875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65BE39-42B0-5E09-CF08-4C62DEFD0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2BA73D-DB39-81F8-86CA-2F7250EF7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Picture 2" descr="HSBI-Studie: Transparente Strukturen können Arbeitszufriedenheit in ...">
            <a:extLst>
              <a:ext uri="{FF2B5EF4-FFF2-40B4-BE49-F238E27FC236}">
                <a16:creationId xmlns:a16="http://schemas.microsoft.com/office/drawing/2014/main" id="{977994B9-1F11-E708-E538-297FC4B14F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1822" y="292535"/>
            <a:ext cx="2252356" cy="46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99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E25965-E8D2-89CA-ABA6-A83478AE8A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900" b="1" u="sng" dirty="0">
                <a:ln/>
                <a:solidFill>
                  <a:srgbClr val="616365"/>
                </a:solidFill>
              </a:rPr>
              <a:t>Design</a:t>
            </a:r>
            <a:r>
              <a:rPr lang="en-US" u="sng" dirty="0"/>
              <a:t> </a:t>
            </a:r>
            <a:r>
              <a:rPr lang="en-US" sz="4900" b="1" u="sng" dirty="0">
                <a:ln/>
                <a:solidFill>
                  <a:srgbClr val="616365"/>
                </a:solidFill>
              </a:rPr>
              <a:t>and Implementation of a Control Agent for a Manufacturing Plant</a:t>
            </a:r>
            <a:endParaRPr lang="de-DE" sz="4900" b="1" u="sng" dirty="0">
              <a:ln/>
              <a:solidFill>
                <a:srgbClr val="616365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F6AF82B-A7FA-77CF-693C-C1A5A5D417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Lecture</a:t>
            </a:r>
            <a:r>
              <a:rPr lang="en-US" dirty="0"/>
              <a:t>: Discrete Simulation and Reinforcement Learning</a:t>
            </a:r>
          </a:p>
          <a:p>
            <a:r>
              <a:rPr lang="de-DE" dirty="0"/>
              <a:t>Prof. Dr. Jonas Ide and Prof. Dr. Christian Schwede</a:t>
            </a:r>
            <a:endParaRPr lang="en-US" dirty="0"/>
          </a:p>
          <a:p>
            <a:r>
              <a:rPr lang="en-US" dirty="0"/>
              <a:t>Name: Niko Kläsener</a:t>
            </a:r>
          </a:p>
          <a:p>
            <a:r>
              <a:rPr lang="en-US" dirty="0"/>
              <a:t>Matr.-Nr: 1314104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333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6232052-E80F-1764-8C34-7583A031E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19" b="8006"/>
          <a:stretch>
            <a:fillRect/>
          </a:stretch>
        </p:blipFill>
        <p:spPr>
          <a:xfrm>
            <a:off x="838200" y="3548349"/>
            <a:ext cx="10515600" cy="2814901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79C6AA0-B265-C333-C741-B5B708F2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Project Description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CCA8D6-B2D6-52B3-D5C6-75CC0D2DD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887575-C907-639A-44E6-220DDC86D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839886-BA1B-DF2D-4E0C-5A248B8BB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2</a:t>
            </a:fld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C26897-5A5A-B1DE-E10D-7B6109478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6787"/>
            <a:ext cx="10515600" cy="4351338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de-DE" sz="2400" dirty="0" err="1"/>
              <a:t>Autonomous</a:t>
            </a:r>
            <a:r>
              <a:rPr lang="de-DE" sz="2400" dirty="0"/>
              <a:t> RL </a:t>
            </a:r>
            <a:r>
              <a:rPr lang="de-DE" sz="2400" dirty="0" err="1"/>
              <a:t>agent</a:t>
            </a:r>
            <a:r>
              <a:rPr lang="de-DE" sz="2400" dirty="0"/>
              <a:t> </a:t>
            </a:r>
            <a:r>
              <a:rPr lang="de-DE" sz="2400" dirty="0" err="1"/>
              <a:t>controlling</a:t>
            </a:r>
            <a:r>
              <a:rPr lang="de-DE" sz="2400" dirty="0"/>
              <a:t> a Pick-and-Place </a:t>
            </a:r>
            <a:r>
              <a:rPr lang="de-DE" sz="2400" dirty="0" err="1"/>
              <a:t>robot</a:t>
            </a:r>
            <a:endParaRPr lang="de-DE" sz="24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de-DE" sz="2400" dirty="0" err="1"/>
              <a:t>Sorting</a:t>
            </a:r>
            <a:r>
              <a:rPr lang="de-DE" sz="2400" dirty="0"/>
              <a:t> 3 </a:t>
            </a:r>
            <a:r>
              <a:rPr lang="de-DE" sz="2400" dirty="0" err="1"/>
              <a:t>language</a:t>
            </a:r>
            <a:r>
              <a:rPr lang="de-DE" sz="2400" dirty="0"/>
              <a:t> </a:t>
            </a:r>
            <a:r>
              <a:rPr lang="de-DE" sz="2400" dirty="0" err="1"/>
              <a:t>variants</a:t>
            </a:r>
            <a:r>
              <a:rPr lang="de-DE" sz="2400" dirty="0"/>
              <a:t> </a:t>
            </a:r>
            <a:r>
              <a:rPr lang="de-DE" sz="2400" dirty="0" err="1"/>
              <a:t>using</a:t>
            </a:r>
            <a:r>
              <a:rPr lang="de-DE" sz="2400" dirty="0"/>
              <a:t> 2 limited </a:t>
            </a:r>
            <a:r>
              <a:rPr lang="de-DE" sz="2400" dirty="0" err="1"/>
              <a:t>buffers</a:t>
            </a:r>
            <a:endParaRPr lang="de-DE" sz="24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de-DE" sz="2400" dirty="0" err="1"/>
              <a:t>Minimizing</a:t>
            </a:r>
            <a:r>
              <a:rPr lang="de-DE" sz="2400" dirty="0"/>
              <a:t> total time for 1,000 </a:t>
            </a:r>
            <a:r>
              <a:rPr lang="de-DE" sz="2400" dirty="0" err="1"/>
              <a:t>completed</a:t>
            </a:r>
            <a:r>
              <a:rPr lang="de-DE" sz="2400" dirty="0"/>
              <a:t> </a:t>
            </a:r>
            <a:r>
              <a:rPr lang="de-DE" sz="2400" dirty="0" err="1"/>
              <a:t>games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4164270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9ACBD2-7C07-E101-450D-7ABA8909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PEAS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framework</a:t>
            </a:r>
            <a:endParaRPr lang="de-DE" b="1" u="sng" dirty="0">
              <a:ln/>
              <a:solidFill>
                <a:srgbClr val="616365"/>
              </a:solidFill>
            </a:endParaRP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9707F2EE-FC43-E758-C1B8-07779A202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5548520"/>
              </p:ext>
            </p:extLst>
          </p:nvPr>
        </p:nvGraphicFramePr>
        <p:xfrm>
          <a:off x="838200" y="1353394"/>
          <a:ext cx="10515600" cy="5002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193447129"/>
                    </a:ext>
                  </a:extLst>
                </a:gridCol>
                <a:gridCol w="7658100">
                  <a:extLst>
                    <a:ext uri="{9D8B030D-6E8A-4147-A177-3AD203B41FA5}">
                      <a16:colId xmlns:a16="http://schemas.microsoft.com/office/drawing/2014/main" val="986596686"/>
                    </a:ext>
                  </a:extLst>
                </a:gridCol>
              </a:tblGrid>
              <a:tr h="687918">
                <a:tc>
                  <a:txBody>
                    <a:bodyPr/>
                    <a:lstStyle/>
                    <a:p>
                      <a:r>
                        <a:rPr lang="de-DE" sz="2400" dirty="0">
                          <a:solidFill>
                            <a:schemeClr val="bg1"/>
                          </a:solidFill>
                        </a:rP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 err="1">
                          <a:solidFill>
                            <a:schemeClr val="bg1"/>
                          </a:solidFill>
                        </a:rPr>
                        <a:t>Specification</a:t>
                      </a:r>
                      <a:endParaRPr lang="de-DE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774288"/>
                  </a:ext>
                </a:extLst>
              </a:tr>
              <a:tr h="687918">
                <a:tc>
                  <a:txBody>
                    <a:bodyPr/>
                    <a:lstStyle/>
                    <a:p>
                      <a:r>
                        <a:rPr lang="de-DE" sz="2000" dirty="0"/>
                        <a:t>Performance 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Minimize throughput time and operational steps for 1,000 games.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801841"/>
                  </a:ext>
                </a:extLst>
              </a:tr>
              <a:tr h="1187993">
                <a:tc>
                  <a:txBody>
                    <a:bodyPr/>
                    <a:lstStyle/>
                    <a:p>
                      <a:r>
                        <a:rPr lang="de-DE" sz="2000" dirty="0"/>
                        <a:t>Environment (E)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Discrete-event simulation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deterministic mechanics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stochastic arrivals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fully observable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202645"/>
                  </a:ext>
                </a:extLst>
              </a:tr>
              <a:tr h="1187993">
                <a:tc>
                  <a:txBody>
                    <a:bodyPr/>
                    <a:lstStyle/>
                    <a:p>
                      <a:r>
                        <a:rPr lang="de-DE" sz="2000" dirty="0" err="1"/>
                        <a:t>Actuators</a:t>
                      </a:r>
                      <a:r>
                        <a:rPr lang="de-DE" sz="2000" dirty="0"/>
                        <a:t> (A)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Pick-and-place robot: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Buffer 1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Buffer 2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Return loop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89454"/>
                  </a:ext>
                </a:extLst>
              </a:tr>
              <a:tr h="913841">
                <a:tc>
                  <a:txBody>
                    <a:bodyPr/>
                    <a:lstStyle/>
                    <a:p>
                      <a:r>
                        <a:rPr lang="de-DE" sz="2000" dirty="0"/>
                        <a:t>Sensors (S)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Incoming workpiece type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buffer workpiece types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buffer </a:t>
                      </a:r>
                      <a:r>
                        <a:rPr lang="en-US" sz="2000" dirty="0" err="1"/>
                        <a:t>filllevels</a:t>
                      </a:r>
                      <a:r>
                        <a:rPr lang="en-US" sz="2000" dirty="0"/>
                        <a:t> 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618296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5626FD-3A43-EF60-F79B-AC9EF8BD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16037C-B633-988A-BE80-04E8A76B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DC0263-8A04-3E27-2273-7857BCED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2139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A6F329-6EE3-F5E4-FFB2-427A63D4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RL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approach</a:t>
            </a:r>
            <a:r>
              <a:rPr lang="de-DE" b="1" u="sng" dirty="0">
                <a:ln/>
                <a:solidFill>
                  <a:srgbClr val="616365"/>
                </a:solidFill>
              </a:rPr>
              <a:t> Q-Learning Agent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CB20FE-62C5-119C-B6F4-B6BA6D139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2C025E-494A-C1FA-C824-A8FD472B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1D6739-F740-59DD-1854-C2EF15B0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4</a:t>
            </a:fld>
            <a:endParaRPr lang="de-DE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C62E601C-4372-66D1-48D0-5AFB2C001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282205"/>
              </p:ext>
            </p:extLst>
          </p:nvPr>
        </p:nvGraphicFramePr>
        <p:xfrm>
          <a:off x="838200" y="1690688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173125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5999134"/>
                    </a:ext>
                  </a:extLst>
                </a:gridCol>
              </a:tblGrid>
              <a:tr h="1692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kern="1200" dirty="0" err="1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de-DE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2400" b="1" kern="1200" dirty="0">
                          <a:solidFill>
                            <a:schemeClr val="bg1"/>
                          </a:solidFill>
                        </a:rPr>
                        <a:t>Reason</a:t>
                      </a:r>
                      <a:endParaRPr lang="de-DE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680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 err="1"/>
                        <a:t>Modelfree</a:t>
                      </a:r>
                      <a:r>
                        <a:rPr lang="de-DE" sz="2000" dirty="0"/>
                        <a:t> TD-</a:t>
                      </a:r>
                      <a:r>
                        <a:rPr lang="de-DE" sz="2000" dirty="0" err="1"/>
                        <a:t>learning</a:t>
                      </a:r>
                      <a:r>
                        <a:rPr lang="de-DE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deterministic mechanics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124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Manageable Q-table </a:t>
                      </a:r>
                      <a:r>
                        <a:rPr lang="de-DE" sz="2000" dirty="0" err="1"/>
                        <a:t>dimension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2000" dirty="0"/>
                        <a:t>States: </a:t>
                      </a:r>
                      <a:r>
                        <a:rPr lang="de-DE" sz="2000" dirty="0" err="1"/>
                        <a:t>incTyp</a:t>
                      </a:r>
                      <a:r>
                        <a:rPr lang="de-DE" sz="2000" dirty="0"/>
                        <a:t>[3]; buffer1Typ[4]; buffer2Typ [4]; buffer1cnt[10]; buffer2cnt[10]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2000" dirty="0"/>
                        <a:t>Action: buffer1; buffer2; </a:t>
                      </a:r>
                      <a:r>
                        <a:rPr lang="de-DE" sz="2000" dirty="0" err="1"/>
                        <a:t>returnloop</a:t>
                      </a:r>
                      <a:endParaRPr lang="de-DE" sz="20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2000" dirty="0"/>
                        <a:t>Dimension: 4800x3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466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GLIE </a:t>
                      </a:r>
                      <a:r>
                        <a:rPr lang="de-DE" sz="2000" dirty="0" err="1"/>
                        <a:t>scheme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err="1"/>
                        <a:t>exploration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402924"/>
                  </a:ext>
                </a:extLst>
              </a:tr>
            </a:tbl>
          </a:graphicData>
        </a:graphic>
      </p:graphicFrame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06DA536E-879C-550C-A9A1-A27C967213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6065070"/>
              </p:ext>
            </p:extLst>
          </p:nvPr>
        </p:nvGraphicFramePr>
        <p:xfrm>
          <a:off x="838200" y="4445539"/>
          <a:ext cx="10515600" cy="19108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0612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1A34C4-1323-5DF6-80A0-698B913A3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 err="1">
                <a:ln/>
                <a:solidFill>
                  <a:srgbClr val="616365"/>
                </a:solidFill>
              </a:rPr>
              <a:t>Reward</a:t>
            </a:r>
            <a:r>
              <a:rPr lang="de-DE" b="1" u="sng" dirty="0">
                <a:ln/>
                <a:solidFill>
                  <a:srgbClr val="616365"/>
                </a:solidFill>
              </a:rPr>
              <a:t>-Design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B59F5AD-827D-3273-835D-8D60C5B27A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54093"/>
                <a:ext cx="10515600" cy="382286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′)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=−1+</m:t>
                    </m:r>
                    <m:d>
                      <m:dPr>
                        <m:begChr m:val="{"/>
                        <m:endChr m:val="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de-DE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(−</m:t>
                            </m:r>
                            <m:r>
                              <m:rPr>
                                <m:sty m:val="p"/>
                              </m:rPr>
                              <a:rPr lang="de-DE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r>
                  <a:rPr lang="de-DE" dirty="0"/>
                  <a:t>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  <m:m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10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𝑡ℎ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𝑚𝑎𝑡𝑐ℎ𝑖𝑛𝑔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𝑝𝑎𝑟𝑡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𝑏𝑎𝑡𝑐ℎ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𝑑𝑟𝑎𝑖𝑛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  <m:m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𝑚𝑖𝑠𝑚𝑎𝑡𝑐ℎ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art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𝑓𝑙𝑢𝑠ℎ𝑒𝑠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𝑝𝑎𝑟𝑡𝑠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</m:m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B59F5AD-827D-3273-835D-8D60C5B27A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54093"/>
                <a:ext cx="10515600" cy="382286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5AC608-0BA6-7243-906A-AF3064DDA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54CC81-5A35-0176-81D1-242ED28BD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58AE14-306F-2295-E6CE-368486A4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5</a:t>
            </a:fld>
            <a:endParaRPr lang="de-DE"/>
          </a:p>
        </p:txBody>
      </p:sp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50C32F3F-2C5A-A06E-9BFF-868CDD41937C}"/>
              </a:ext>
            </a:extLst>
          </p:cNvPr>
          <p:cNvSpPr/>
          <p:nvPr/>
        </p:nvSpPr>
        <p:spPr>
          <a:xfrm rot="16200000">
            <a:off x="2644457" y="3484882"/>
            <a:ext cx="183204" cy="642940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Geschweifte Klammer links 13">
            <a:extLst>
              <a:ext uri="{FF2B5EF4-FFF2-40B4-BE49-F238E27FC236}">
                <a16:creationId xmlns:a16="http://schemas.microsoft.com/office/drawing/2014/main" id="{C9012D44-CF97-803A-8181-DD8E26FCF06C}"/>
              </a:ext>
            </a:extLst>
          </p:cNvPr>
          <p:cNvSpPr/>
          <p:nvPr/>
        </p:nvSpPr>
        <p:spPr>
          <a:xfrm rot="16200000">
            <a:off x="3861748" y="3248663"/>
            <a:ext cx="183204" cy="1115380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EACE1CA-D59F-5F7C-56EA-79448A323FD2}"/>
              </a:ext>
            </a:extLst>
          </p:cNvPr>
          <p:cNvSpPr txBox="1"/>
          <p:nvPr/>
        </p:nvSpPr>
        <p:spPr>
          <a:xfrm>
            <a:off x="1658983" y="4581214"/>
            <a:ext cx="215415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penalty</a:t>
            </a:r>
            <a:r>
              <a:rPr lang="de-DE" dirty="0"/>
              <a:t> for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 step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D25A989-C1AD-601F-05BE-62E3FB216FF4}"/>
              </a:ext>
            </a:extLst>
          </p:cNvPr>
          <p:cNvSpPr txBox="1"/>
          <p:nvPr/>
        </p:nvSpPr>
        <p:spPr>
          <a:xfrm>
            <a:off x="4038600" y="4575794"/>
            <a:ext cx="284797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00000"/>
              </a:lnSpc>
              <a:buNone/>
            </a:pP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Individual 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reward</a:t>
            </a: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/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punishment</a:t>
            </a: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 for the 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outcome</a:t>
            </a: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 of an 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action</a:t>
            </a:r>
            <a:endParaRPr lang="de-DE" sz="2100" b="0" i="0" dirty="0">
              <a:solidFill>
                <a:srgbClr val="E8EAED"/>
              </a:solidFill>
              <a:effectLst/>
              <a:latin typeface="inherit"/>
            </a:endParaRP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ECCC65C4-4D6F-B73E-69DE-0BB4F92FABC3}"/>
              </a:ext>
            </a:extLst>
          </p:cNvPr>
          <p:cNvCxnSpPr>
            <a:cxnSpLocks/>
            <a:stCxn id="15" idx="0"/>
            <a:endCxn id="12" idx="1"/>
          </p:cNvCxnSpPr>
          <p:nvPr/>
        </p:nvCxnSpPr>
        <p:spPr>
          <a:xfrm flipV="1">
            <a:off x="2736059" y="3897954"/>
            <a:ext cx="0" cy="683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52DF21EC-FA14-ECE5-B69E-EFA1395727A8}"/>
              </a:ext>
            </a:extLst>
          </p:cNvPr>
          <p:cNvCxnSpPr>
            <a:cxnSpLocks/>
            <a:stCxn id="17" idx="0"/>
            <a:endCxn id="14" idx="1"/>
          </p:cNvCxnSpPr>
          <p:nvPr/>
        </p:nvCxnSpPr>
        <p:spPr>
          <a:xfrm flipH="1" flipV="1">
            <a:off x="3953350" y="3897955"/>
            <a:ext cx="1509238" cy="6778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267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2EAE3D-21D5-A783-CF5B-9C9D2A592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 err="1">
                <a:ln/>
                <a:solidFill>
                  <a:srgbClr val="616365"/>
                </a:solidFill>
              </a:rPr>
              <a:t>Parameterization</a:t>
            </a:r>
            <a:r>
              <a:rPr lang="de-DE" b="1" u="sng" dirty="0">
                <a:ln/>
                <a:solidFill>
                  <a:srgbClr val="616365"/>
                </a:solidFill>
              </a:rPr>
              <a:t> TD and GLIE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Inhaltsplatzhalter 6">
                <a:extLst>
                  <a:ext uri="{FF2B5EF4-FFF2-40B4-BE49-F238E27FC236}">
                    <a16:creationId xmlns:a16="http://schemas.microsoft.com/office/drawing/2014/main" id="{793ACAF3-510F-760C-BA34-E7CB64519CD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73800778"/>
                  </p:ext>
                </p:extLst>
              </p:nvPr>
            </p:nvGraphicFramePr>
            <p:xfrm>
              <a:off x="838200" y="1825624"/>
              <a:ext cx="10515600" cy="38258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655088626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553565227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853419580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077407912"/>
                        </a:ext>
                      </a:extLst>
                    </a:gridCol>
                  </a:tblGrid>
                  <a:tr h="712050">
                    <a:tc gridSpan="2">
                      <a:txBody>
                        <a:bodyPr/>
                        <a:lstStyle/>
                        <a:p>
                          <a:r>
                            <a:rPr lang="de-DE" sz="2400" dirty="0">
                              <a:solidFill>
                                <a:schemeClr val="bg1"/>
                              </a:solidFill>
                            </a:rPr>
                            <a:t>Temporal-</a:t>
                          </a:r>
                          <a:r>
                            <a:rPr lang="de-DE" sz="2400" dirty="0" err="1">
                              <a:solidFill>
                                <a:schemeClr val="bg1"/>
                              </a:solidFill>
                            </a:rPr>
                            <a:t>difference</a:t>
                          </a:r>
                          <a:r>
                            <a:rPr lang="de-DE" sz="240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de-DE" sz="2400" dirty="0" err="1">
                              <a:solidFill>
                                <a:schemeClr val="bg1"/>
                              </a:solidFill>
                            </a:rPr>
                            <a:t>learning</a:t>
                          </a:r>
                          <a:endParaRPr lang="de-DE" sz="2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de-DE" sz="2400" b="1" kern="1200" dirty="0">
                              <a:solidFill>
                                <a:schemeClr val="bg1"/>
                              </a:solidFill>
                              <a:effectLst/>
                            </a:rPr>
                            <a:t>GLIE Scheme</a:t>
                          </a:r>
                          <a:endParaRPr lang="de-DE" sz="2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9982168"/>
                      </a:ext>
                    </a:extLst>
                  </a:tr>
                  <a:tr h="774476"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de-DE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p>
                                </m:sSubSup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de-DE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p>
                                </m:sSubSup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),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′)</m:t>
                                    </m:r>
                                  </m:sub>
                                </m:sSub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Sup>
                                  <m:sSubSupPr>
                                    <m:ctrl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′)</m:t>
                                    </m:r>
                                  </m:sub>
                                  <m:sup>
                                    <m:r>
                                      <a:rPr lang="de-DE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p>
                                </m:sSubSup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de-DE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p>
                                </m:sSubSup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de-DE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sSup>
                                          <m:sSupPr>
                                            <m:ctrlPr>
                                              <a:rPr lang="de-DE" b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de-DE" b="0" smtClean="0">
                                                <a:latin typeface="Cambria Math" panose="02040503050406030204" pitchFamily="18" charset="0"/>
                                              </a:rPr>
                                              <m:t>R</m:t>
                                            </m:r>
                                          </m:e>
                                          <m:sup>
                                            <m:r>
                                              <a:rPr lang="de-DE" b="0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</m:sup>
                                        </m:sSup>
                                      </m:e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de-DE" b="0" smtClean="0">
                                            <a:latin typeface="Cambria Math" panose="02040503050406030204" pitchFamily="18" charset="0"/>
                                          </a:rPr>
                                          <m:t>u</m:t>
                                        </m:r>
                                      </m:e>
                                    </m:eqArr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de-DE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e-DE" b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e-DE" b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de-DE" b="0" smtClean="0"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e-DE" b="0" smtClean="0">
                                              <a:latin typeface="Cambria Math" panose="02040503050406030204" pitchFamily="18" charset="0"/>
                                            </a:rPr>
                                            <m:t>&lt;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b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de-DE" b="0" smtClean="0">
                                                  <a:latin typeface="Cambria Math" panose="02040503050406030204" pitchFamily="18" charset="0"/>
                                                </a:rPr>
                                                <m:t>N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de-DE" b="0" smtClean="0">
                                                  <a:latin typeface="Cambria Math" panose="02040503050406030204" pitchFamily="18" charset="0"/>
                                                </a:rPr>
                                                <m:t>e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b="0" smtClean="0">
                                              <a:latin typeface="Cambria Math" panose="02040503050406030204" pitchFamily="18" charset="0"/>
                                            </a:rPr>
                                            <m:t>else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de-DE" dirty="0"/>
                        </a:p>
                        <a:p>
                          <a:endParaRPr lang="de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8293412"/>
                      </a:ext>
                    </a:extLst>
                  </a:tr>
                  <a:tr h="712050">
                    <a:tc gridSpan="2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),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3027852"/>
                      </a:ext>
                    </a:extLst>
                  </a:tr>
                  <a:tr h="71205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Learning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de-DE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=0.1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Optimism</a:t>
                          </a:r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under</a:t>
                          </a:r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Uncertainty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p>
                                    <m: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895348"/>
                      </a:ext>
                    </a:extLst>
                  </a:tr>
                  <a:tr h="712050">
                    <a:tc>
                      <a:txBody>
                        <a:bodyPr/>
                        <a:lstStyle/>
                        <a:p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Discount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Factor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=0.99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Max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exploration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b="0" smtClean="0"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sub>
                                </m:sSub>
                                <m:r>
                                  <a:rPr lang="de-DE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60453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Inhaltsplatzhalter 6">
                <a:extLst>
                  <a:ext uri="{FF2B5EF4-FFF2-40B4-BE49-F238E27FC236}">
                    <a16:creationId xmlns:a16="http://schemas.microsoft.com/office/drawing/2014/main" id="{793ACAF3-510F-760C-BA34-E7CB64519CD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73800778"/>
                  </p:ext>
                </p:extLst>
              </p:nvPr>
            </p:nvGraphicFramePr>
            <p:xfrm>
              <a:off x="838200" y="1825624"/>
              <a:ext cx="10515600" cy="38258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655088626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553565227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853419580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077407912"/>
                        </a:ext>
                      </a:extLst>
                    </a:gridCol>
                  </a:tblGrid>
                  <a:tr h="712050">
                    <a:tc gridSpan="2">
                      <a:txBody>
                        <a:bodyPr/>
                        <a:lstStyle/>
                        <a:p>
                          <a:r>
                            <a:rPr lang="de-DE" sz="2400" dirty="0">
                              <a:solidFill>
                                <a:schemeClr val="bg1"/>
                              </a:solidFill>
                            </a:rPr>
                            <a:t>Temporal-</a:t>
                          </a:r>
                          <a:r>
                            <a:rPr lang="de-DE" sz="2400" dirty="0" err="1">
                              <a:solidFill>
                                <a:schemeClr val="bg1"/>
                              </a:solidFill>
                            </a:rPr>
                            <a:t>difference</a:t>
                          </a:r>
                          <a:r>
                            <a:rPr lang="de-DE" sz="240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de-DE" sz="2400" dirty="0" err="1">
                              <a:solidFill>
                                <a:schemeClr val="bg1"/>
                              </a:solidFill>
                            </a:rPr>
                            <a:t>learning</a:t>
                          </a:r>
                          <a:endParaRPr lang="de-DE" sz="2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de-DE" sz="2400" b="1" kern="1200" dirty="0">
                              <a:solidFill>
                                <a:schemeClr val="bg1"/>
                              </a:solidFill>
                              <a:effectLst/>
                            </a:rPr>
                            <a:t>GLIE Scheme</a:t>
                          </a:r>
                          <a:endParaRPr lang="de-DE" sz="2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9982168"/>
                      </a:ext>
                    </a:extLst>
                  </a:tr>
                  <a:tr h="977646">
                    <a:tc gridSpan="2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16" t="-77640" r="-100463" b="-21925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116" t="-77640" r="-463" b="-21925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8293412"/>
                      </a:ext>
                    </a:extLst>
                  </a:tr>
                  <a:tr h="712050">
                    <a:tc gridSpan="2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116" t="-244444" r="-463" b="-2017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3027852"/>
                      </a:ext>
                    </a:extLst>
                  </a:tr>
                  <a:tr h="71205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Learning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464" t="-344444" r="-201160" b="-1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Optimism</a:t>
                          </a:r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under</a:t>
                          </a:r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Uncertainty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00696" t="-344444" r="-928" b="-10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895348"/>
                      </a:ext>
                    </a:extLst>
                  </a:tr>
                  <a:tr h="712050">
                    <a:tc>
                      <a:txBody>
                        <a:bodyPr/>
                        <a:lstStyle/>
                        <a:p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Discount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Factor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464" t="-444444" r="-201160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Max </a:t>
                          </a:r>
                          <a:r>
                            <a:rPr lang="de-DE" sz="1800" kern="1200" dirty="0" err="1">
                              <a:solidFill>
                                <a:schemeClr val="dk1"/>
                              </a:solidFill>
                              <a:effectLst/>
                            </a:rPr>
                            <a:t>exploration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00696" t="-444444" r="-928" b="-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16045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7CF919-32CD-8B22-60B5-264D14C5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982B27-7639-2466-3945-020C5BA75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D9598D-40B1-49C1-E381-552ABE2B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8181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218FE5-7A9F-4DC4-9E89-79FD12004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Learning Basic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Configuration</a:t>
            </a:r>
            <a:endParaRPr lang="de-DE" b="1" u="sng" dirty="0">
              <a:ln/>
              <a:solidFill>
                <a:srgbClr val="616365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32716C-1501-A0FB-22C5-FCA4504E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CE82B7-4EA0-E5AB-FF89-E117FE657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B28B24-8175-2D12-6D8D-5F9BBE2B7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7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0A04477-3398-88D9-580B-5848BFC9B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628" y="1690688"/>
            <a:ext cx="5852172" cy="4389129"/>
          </a:xfrm>
          <a:prstGeom prst="rect">
            <a:avLst/>
          </a:prstGeom>
        </p:spPr>
      </p:pic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DE9B8B2-6EF8-1F79-7363-519EBCBB5D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3756556"/>
              </p:ext>
            </p:extLst>
          </p:nvPr>
        </p:nvGraphicFramePr>
        <p:xfrm>
          <a:off x="838200" y="1690688"/>
          <a:ext cx="4663428" cy="2123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0FC97D7D-C080-EABA-9A7B-385FCBF63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963770"/>
              </p:ext>
            </p:extLst>
          </p:nvPr>
        </p:nvGraphicFramePr>
        <p:xfrm>
          <a:off x="838200" y="3956377"/>
          <a:ext cx="466342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474">
                  <a:extLst>
                    <a:ext uri="{9D8B030D-6E8A-4147-A177-3AD203B41FA5}">
                      <a16:colId xmlns:a16="http://schemas.microsoft.com/office/drawing/2014/main" val="2104775318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703933832"/>
                    </a:ext>
                  </a:extLst>
                </a:gridCol>
                <a:gridCol w="1148704">
                  <a:extLst>
                    <a:ext uri="{9D8B030D-6E8A-4147-A177-3AD203B41FA5}">
                      <a16:colId xmlns:a16="http://schemas.microsoft.com/office/drawing/2014/main" val="3593655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Learning status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Number of </a:t>
                      </a: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Percent</a:t>
                      </a:r>
                      <a:endParaRPr lang="de-DE" sz="1800" b="0" kern="12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13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Fully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29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Partially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17,3%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63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Not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10,7%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581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physically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possible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66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468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326435-C348-01B2-F412-8B9060357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 err="1">
                <a:ln/>
                <a:solidFill>
                  <a:srgbClr val="616365"/>
                </a:solidFill>
              </a:rPr>
              <a:t>Reward</a:t>
            </a:r>
            <a:r>
              <a:rPr lang="de-DE" b="1" u="sng" dirty="0">
                <a:ln/>
                <a:solidFill>
                  <a:srgbClr val="616365"/>
                </a:solidFill>
              </a:rPr>
              <a:t>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farming</a:t>
            </a:r>
            <a:endParaRPr lang="de-DE" b="1" u="sng" dirty="0">
              <a:ln/>
              <a:solidFill>
                <a:srgbClr val="616365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D055AB-48E4-1ED3-4A06-4F34E0B0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DF865D-0F3A-2988-2E44-9D3B7AD6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11B446-9CE1-A7D5-F758-5D9F49D4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8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6C60450-F76B-6702-FC65-C68E9F5B9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78" b="12002"/>
          <a:stretch>
            <a:fillRect/>
          </a:stretch>
        </p:blipFill>
        <p:spPr>
          <a:xfrm>
            <a:off x="0" y="1460272"/>
            <a:ext cx="12192000" cy="1980000"/>
          </a:xfrm>
          <a:prstGeom prst="rect">
            <a:avLst/>
          </a:prstGeom>
        </p:spPr>
      </p:pic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80093E0D-17C0-0E0F-39A4-9B58B7EE06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2041846"/>
              </p:ext>
            </p:extLst>
          </p:nvPr>
        </p:nvGraphicFramePr>
        <p:xfrm>
          <a:off x="161925" y="2869829"/>
          <a:ext cx="8128000" cy="3669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07CE197-6B92-9AAD-3FE5-03A2BBBDAD94}"/>
                  </a:ext>
                </a:extLst>
              </p:cNvPr>
              <p:cNvSpPr txBox="1"/>
              <p:nvPr/>
            </p:nvSpPr>
            <p:spPr>
              <a:xfrm>
                <a:off x="7192963" y="4255609"/>
                <a:ext cx="6096000" cy="1467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′)</m:t>
                          </m:r>
                        </m:sub>
                      </m:sSub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=−1+</m:t>
                      </m:r>
                      <m:d>
                        <m:dPr>
                          <m:begChr m:val="{"/>
                          <m:endChr m:val=""/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(−</m:t>
                              </m:r>
                              <m:r>
                                <m:rPr>
                                  <m:sty m:val="p"/>
                                </m:r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07CE197-6B92-9AAD-3FE5-03A2BBBDA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963" y="4255609"/>
                <a:ext cx="6096000" cy="14679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23E9F09-9744-EE59-3AD4-3432EF63528B}"/>
              </a:ext>
            </a:extLst>
          </p:cNvPr>
          <p:cNvCxnSpPr>
            <a:cxnSpLocks/>
          </p:cNvCxnSpPr>
          <p:nvPr/>
        </p:nvCxnSpPr>
        <p:spPr>
          <a:xfrm>
            <a:off x="1479550" y="5335732"/>
            <a:ext cx="990600" cy="83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0851CA9-2872-2FFB-DA27-B6C784619394}"/>
              </a:ext>
            </a:extLst>
          </p:cNvPr>
          <p:cNvCxnSpPr>
            <a:cxnSpLocks/>
          </p:cNvCxnSpPr>
          <p:nvPr/>
        </p:nvCxnSpPr>
        <p:spPr>
          <a:xfrm>
            <a:off x="2802731" y="5342226"/>
            <a:ext cx="9818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D0ABEBD-3805-B623-FBAA-234FC65AB53A}"/>
              </a:ext>
            </a:extLst>
          </p:cNvPr>
          <p:cNvCxnSpPr>
            <a:cxnSpLocks/>
          </p:cNvCxnSpPr>
          <p:nvPr/>
        </p:nvCxnSpPr>
        <p:spPr>
          <a:xfrm>
            <a:off x="4117181" y="5344129"/>
            <a:ext cx="9763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8C7D638A-0A67-63A9-259E-C44631D8FD44}"/>
              </a:ext>
            </a:extLst>
          </p:cNvPr>
          <p:cNvCxnSpPr>
            <a:cxnSpLocks/>
          </p:cNvCxnSpPr>
          <p:nvPr/>
        </p:nvCxnSpPr>
        <p:spPr>
          <a:xfrm flipV="1">
            <a:off x="5438775" y="5344129"/>
            <a:ext cx="978694" cy="1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5DCD0F7E-5870-FB5D-DB38-E8AFDCEEAEB4}"/>
              </a:ext>
            </a:extLst>
          </p:cNvPr>
          <p:cNvCxnSpPr>
            <a:cxnSpLocks/>
          </p:cNvCxnSpPr>
          <p:nvPr/>
        </p:nvCxnSpPr>
        <p:spPr>
          <a:xfrm>
            <a:off x="6762750" y="5346928"/>
            <a:ext cx="11207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162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927D0-B402-D884-83E3-ED8F9F3C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AC971F-4092-FD52-AC89-B0D22396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New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Reward</a:t>
            </a:r>
            <a:r>
              <a:rPr lang="de-DE" b="1" u="sng" dirty="0">
                <a:ln/>
                <a:solidFill>
                  <a:srgbClr val="616365"/>
                </a:solidFill>
              </a:rPr>
              <a:t>-Design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CFAB51E-C599-4D4D-5B69-BD12336B63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54093"/>
                <a:ext cx="10515600" cy="382286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′)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=−1+</m:t>
                    </m:r>
                    <m:d>
                      <m:dPr>
                        <m:begChr m:val="{"/>
                        <m:endChr m:val="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de-DE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m:rPr>
                                    <m:sty m:val="p"/>
                                  </m:r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)∗</m:t>
                                </m:r>
                                <m:r>
                                  <m:rPr>
                                    <m:sty m:val="p"/>
                                  </m:r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num>
                              <m:den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r>
                  <a:rPr lang="de-DE" dirty="0"/>
                  <a:t>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  <m:m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10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𝑡ℎ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𝑚𝑎𝑡𝑐ℎ𝑖𝑛𝑔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𝑝𝑎𝑟𝑡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𝑏𝑎𝑡𝑐ℎ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𝑑𝑟𝑎𝑖𝑛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  <m:m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𝑚𝑖𝑠𝑚𝑎𝑡𝑐ℎ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art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𝑓𝑙𝑢𝑠ℎ𝑒𝑠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𝑝𝑎𝑟𝑡𝑠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</m:m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CFAB51E-C599-4D4D-5B69-BD12336B6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54093"/>
                <a:ext cx="10515600" cy="3822869"/>
              </a:xfrm>
              <a:blipFill>
                <a:blip r:embed="rId2"/>
                <a:stretch>
                  <a:fillRect t="-4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A6B4A1-F496-8368-AA00-1FBD1CCD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3D18C2-FD73-8B74-BF6C-CD286D586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F69515-4674-E920-786B-F31CBE30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9</a:t>
            </a:fld>
            <a:endParaRPr lang="de-DE"/>
          </a:p>
        </p:txBody>
      </p:sp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85EE380B-BB78-71F6-CFCB-41D058B867B4}"/>
              </a:ext>
            </a:extLst>
          </p:cNvPr>
          <p:cNvSpPr/>
          <p:nvPr/>
        </p:nvSpPr>
        <p:spPr>
          <a:xfrm rot="16200000">
            <a:off x="2644457" y="3484882"/>
            <a:ext cx="183204" cy="642940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Geschweifte Klammer links 13">
            <a:extLst>
              <a:ext uri="{FF2B5EF4-FFF2-40B4-BE49-F238E27FC236}">
                <a16:creationId xmlns:a16="http://schemas.microsoft.com/office/drawing/2014/main" id="{BC62F120-4BC7-5CF7-A465-6A29497E2D3D}"/>
              </a:ext>
            </a:extLst>
          </p:cNvPr>
          <p:cNvSpPr/>
          <p:nvPr/>
        </p:nvSpPr>
        <p:spPr>
          <a:xfrm rot="16200000">
            <a:off x="3861748" y="3248663"/>
            <a:ext cx="183204" cy="1115380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029910D-60FF-7EC7-5429-792B589984BE}"/>
              </a:ext>
            </a:extLst>
          </p:cNvPr>
          <p:cNvSpPr txBox="1"/>
          <p:nvPr/>
        </p:nvSpPr>
        <p:spPr>
          <a:xfrm>
            <a:off x="1658983" y="4581214"/>
            <a:ext cx="215415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penalty</a:t>
            </a:r>
            <a:r>
              <a:rPr lang="de-DE" dirty="0"/>
              <a:t> for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 step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00F4A3B-CD4F-4956-BDBE-7F2FD5A05CA5}"/>
              </a:ext>
            </a:extLst>
          </p:cNvPr>
          <p:cNvSpPr txBox="1"/>
          <p:nvPr/>
        </p:nvSpPr>
        <p:spPr>
          <a:xfrm>
            <a:off x="4038600" y="4575794"/>
            <a:ext cx="284797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00000"/>
              </a:lnSpc>
              <a:buNone/>
            </a:pP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Individual 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reward</a:t>
            </a: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/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punishment</a:t>
            </a: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 for the 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outcome</a:t>
            </a: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 of an </a:t>
            </a:r>
            <a:r>
              <a:rPr lang="de-DE" sz="1800" b="0" i="0" dirty="0" err="1">
                <a:solidFill>
                  <a:schemeClr val="tx1"/>
                </a:solidFill>
                <a:effectLst/>
                <a:latin typeface="+mn-lt"/>
              </a:rPr>
              <a:t>action</a:t>
            </a:r>
            <a:endParaRPr lang="de-DE" sz="2100" b="0" i="0" dirty="0">
              <a:solidFill>
                <a:srgbClr val="E8EAED"/>
              </a:solidFill>
              <a:effectLst/>
              <a:latin typeface="inherit"/>
            </a:endParaRP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D5B843D-0EFA-AEEB-BBFA-66D8DBCA63B2}"/>
              </a:ext>
            </a:extLst>
          </p:cNvPr>
          <p:cNvCxnSpPr>
            <a:cxnSpLocks/>
            <a:stCxn id="15" idx="0"/>
            <a:endCxn id="12" idx="1"/>
          </p:cNvCxnSpPr>
          <p:nvPr/>
        </p:nvCxnSpPr>
        <p:spPr>
          <a:xfrm flipV="1">
            <a:off x="2736059" y="3897954"/>
            <a:ext cx="0" cy="683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64C0F76F-0D3F-8336-7660-C3E51C8D1AD7}"/>
              </a:ext>
            </a:extLst>
          </p:cNvPr>
          <p:cNvCxnSpPr>
            <a:cxnSpLocks/>
            <a:stCxn id="17" idx="0"/>
            <a:endCxn id="14" idx="1"/>
          </p:cNvCxnSpPr>
          <p:nvPr/>
        </p:nvCxnSpPr>
        <p:spPr>
          <a:xfrm flipH="1" flipV="1">
            <a:off x="3953350" y="3897955"/>
            <a:ext cx="1509238" cy="6778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06E510F7-7933-616E-66B2-0B8505FE14A0}"/>
              </a:ext>
            </a:extLst>
          </p:cNvPr>
          <p:cNvSpPr/>
          <p:nvPr/>
        </p:nvSpPr>
        <p:spPr>
          <a:xfrm>
            <a:off x="3581400" y="3113569"/>
            <a:ext cx="1372545" cy="6667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BED6DC0-9D9D-E08E-0C49-27E7268113AC}"/>
              </a:ext>
            </a:extLst>
          </p:cNvPr>
          <p:cNvSpPr txBox="1"/>
          <p:nvPr/>
        </p:nvSpPr>
        <p:spPr>
          <a:xfrm>
            <a:off x="7800975" y="4575794"/>
            <a:ext cx="3030638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/>
              <a:t>Gauss's summation formula 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B31E9A5-81A2-FC47-2DB9-3CA25143F7AD}"/>
              </a:ext>
            </a:extLst>
          </p:cNvPr>
          <p:cNvCxnSpPr>
            <a:cxnSpLocks/>
          </p:cNvCxnSpPr>
          <p:nvPr/>
        </p:nvCxnSpPr>
        <p:spPr>
          <a:xfrm>
            <a:off x="4953945" y="3780319"/>
            <a:ext cx="2847030" cy="7954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072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5AFF-9FEF-6EE2-647A-CA9D8EDD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40585-164A-A2FC-16FD-0581EF87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Learning Relative State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Configuration</a:t>
            </a:r>
            <a:endParaRPr lang="de-DE" b="1" u="sng" dirty="0">
              <a:ln/>
              <a:solidFill>
                <a:srgbClr val="616365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551C10-7D4E-DE91-B781-896CFBA10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DB6173-2AE3-E56A-C94E-13D00FAD1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47007D-616E-43FE-6EC9-453C9F0CF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10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7B70E34-45F4-05E5-675D-2E1772BC9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1628" y="1690688"/>
            <a:ext cx="5852172" cy="4389129"/>
          </a:xfrm>
          <a:prstGeom prst="rect">
            <a:avLst/>
          </a:prstGeom>
        </p:spPr>
      </p:pic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A1627C87-2502-2AB9-57C6-310D0C3FAA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3462236"/>
              </p:ext>
            </p:extLst>
          </p:nvPr>
        </p:nvGraphicFramePr>
        <p:xfrm>
          <a:off x="838200" y="1690687"/>
          <a:ext cx="4663428" cy="2265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057D0A77-5DCC-DF39-5633-3BD57AFF2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227803"/>
              </p:ext>
            </p:extLst>
          </p:nvPr>
        </p:nvGraphicFramePr>
        <p:xfrm>
          <a:off x="838200" y="3956377"/>
          <a:ext cx="466342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474">
                  <a:extLst>
                    <a:ext uri="{9D8B030D-6E8A-4147-A177-3AD203B41FA5}">
                      <a16:colId xmlns:a16="http://schemas.microsoft.com/office/drawing/2014/main" val="2104775318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703933832"/>
                    </a:ext>
                  </a:extLst>
                </a:gridCol>
                <a:gridCol w="1148704">
                  <a:extLst>
                    <a:ext uri="{9D8B030D-6E8A-4147-A177-3AD203B41FA5}">
                      <a16:colId xmlns:a16="http://schemas.microsoft.com/office/drawing/2014/main" val="3593655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Learning status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Number of </a:t>
                      </a: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Percent</a:t>
                      </a:r>
                      <a:endParaRPr lang="de-DE" sz="1800" b="0" kern="12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13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Fully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29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Partially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63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Not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581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physically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possible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66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644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F7CA3-4BEF-D2DD-9246-8A0FD910A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Memory State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2056E24A-DA2B-C30B-5D47-1CECCC595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636" y="1690688"/>
            <a:ext cx="4429125" cy="3214519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BB6C10-A56C-AD12-87F4-EE80753C2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16AD90-6DB0-99D4-45D5-09AFD51EA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A378D9-8C2D-4164-56D8-F1FEFD7C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11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06762E9-3211-EA84-D450-CD440470598D}"/>
              </a:ext>
            </a:extLst>
          </p:cNvPr>
          <p:cNvSpPr txBox="1"/>
          <p:nvPr/>
        </p:nvSpPr>
        <p:spPr>
          <a:xfrm>
            <a:off x="838199" y="1690688"/>
            <a:ext cx="50006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Items not </a:t>
            </a:r>
            <a:r>
              <a:rPr lang="de-DE" sz="2000" dirty="0" err="1"/>
              <a:t>currently</a:t>
            </a:r>
            <a:r>
              <a:rPr lang="de-DE" sz="2000" dirty="0"/>
              <a:t> </a:t>
            </a:r>
            <a:r>
              <a:rPr lang="de-DE" sz="2000" dirty="0" err="1"/>
              <a:t>being</a:t>
            </a:r>
            <a:r>
              <a:rPr lang="de-DE" sz="2000" dirty="0"/>
              <a:t> </a:t>
            </a:r>
            <a:r>
              <a:rPr lang="de-DE" sz="2000" dirty="0" err="1"/>
              <a:t>collected</a:t>
            </a:r>
            <a:r>
              <a:rPr lang="de-DE" sz="2000" dirty="0"/>
              <a:t> </a:t>
            </a:r>
            <a:r>
              <a:rPr lang="de-DE" sz="2000" dirty="0" err="1"/>
              <a:t>accumulate</a:t>
            </a:r>
            <a:r>
              <a:rPr lang="de-DE" sz="2000" dirty="0"/>
              <a:t> on the </a:t>
            </a:r>
            <a:r>
              <a:rPr lang="de-DE" sz="2000" dirty="0" err="1"/>
              <a:t>return</a:t>
            </a:r>
            <a:r>
              <a:rPr lang="de-DE" sz="2000" dirty="0"/>
              <a:t> loop.</a:t>
            </a:r>
          </a:p>
          <a:p>
            <a:endParaRPr lang="de-DE" sz="2000" dirty="0"/>
          </a:p>
          <a:p>
            <a:r>
              <a:rPr lang="de-DE" sz="2000" dirty="0"/>
              <a:t>Once the </a:t>
            </a:r>
            <a:r>
              <a:rPr lang="de-DE" sz="2000" dirty="0" err="1"/>
              <a:t>agent</a:t>
            </a:r>
            <a:r>
              <a:rPr lang="de-DE" sz="2000" dirty="0"/>
              <a:t> </a:t>
            </a:r>
            <a:r>
              <a:rPr lang="de-DE" sz="2000" dirty="0" err="1"/>
              <a:t>switches</a:t>
            </a:r>
            <a:r>
              <a:rPr lang="de-DE" sz="2000" dirty="0"/>
              <a:t> to </a:t>
            </a:r>
            <a:r>
              <a:rPr lang="de-DE" sz="2000" dirty="0" err="1"/>
              <a:t>this</a:t>
            </a:r>
            <a:r>
              <a:rPr lang="de-DE" sz="2000" dirty="0"/>
              <a:t> type after </a:t>
            </a:r>
            <a:r>
              <a:rPr lang="de-DE" sz="2000" dirty="0" err="1"/>
              <a:t>flushing</a:t>
            </a:r>
            <a:r>
              <a:rPr lang="de-DE" sz="2000" dirty="0"/>
              <a:t> a </a:t>
            </a:r>
            <a:r>
              <a:rPr lang="de-DE" sz="2000" dirty="0" err="1"/>
              <a:t>buffer</a:t>
            </a:r>
            <a:r>
              <a:rPr lang="de-DE" sz="2000" dirty="0"/>
              <a:t>, it </a:t>
            </a:r>
            <a:r>
              <a:rPr lang="de-DE" sz="2000" dirty="0" err="1"/>
              <a:t>can</a:t>
            </a:r>
            <a:r>
              <a:rPr lang="de-DE" sz="2000" dirty="0"/>
              <a:t> </a:t>
            </a:r>
            <a:r>
              <a:rPr lang="de-DE" sz="2000" dirty="0" err="1"/>
              <a:t>refill</a:t>
            </a:r>
            <a:r>
              <a:rPr lang="de-DE" sz="2000" dirty="0"/>
              <a:t> </a:t>
            </a:r>
            <a:r>
              <a:rPr lang="de-DE" sz="2000" dirty="0" err="1"/>
              <a:t>empty</a:t>
            </a:r>
            <a:r>
              <a:rPr lang="de-DE" sz="2000" dirty="0"/>
              <a:t> </a:t>
            </a:r>
            <a:r>
              <a:rPr lang="de-DE" sz="2000" dirty="0" err="1"/>
              <a:t>buffers</a:t>
            </a:r>
            <a:r>
              <a:rPr lang="de-DE" sz="2000" dirty="0"/>
              <a:t> </a:t>
            </a:r>
            <a:r>
              <a:rPr lang="de-DE" sz="2000" dirty="0" err="1"/>
              <a:t>rapidly</a:t>
            </a:r>
            <a:r>
              <a:rPr lang="de-DE" sz="2000" dirty="0"/>
              <a:t>.</a:t>
            </a:r>
          </a:p>
        </p:txBody>
      </p:sp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D04FEE62-EF6D-1D1F-E1E9-F99C2781BF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2614636"/>
              </p:ext>
            </p:extLst>
          </p:nvPr>
        </p:nvGraphicFramePr>
        <p:xfrm>
          <a:off x="838199" y="3737061"/>
          <a:ext cx="5000622" cy="1893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6139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8FB79-000D-852E-D4C9-ABA451E89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A40C81-ADEC-40B6-5832-A75E84E2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Learning Last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Collected</a:t>
            </a:r>
            <a:r>
              <a:rPr lang="de-DE" b="1" u="sng" dirty="0">
                <a:ln/>
                <a:solidFill>
                  <a:srgbClr val="616365"/>
                </a:solidFill>
              </a:rPr>
              <a:t>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Configuration</a:t>
            </a:r>
            <a:endParaRPr lang="de-DE" b="1" u="sng" dirty="0">
              <a:ln/>
              <a:solidFill>
                <a:srgbClr val="616365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D57E7E-9713-1789-0F7A-37FB09E6D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F42647-3DCD-D1C5-9A33-9A78E6A42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0E494F-8605-760B-2B96-92F5AC8D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12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AAD8893-E693-B499-F074-0B2D845E3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1628" y="1690688"/>
            <a:ext cx="5852172" cy="4389129"/>
          </a:xfrm>
          <a:prstGeom prst="rect">
            <a:avLst/>
          </a:prstGeom>
        </p:spPr>
      </p:pic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55B9F21-9F26-17ED-7EC5-8349C0537A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4972891"/>
              </p:ext>
            </p:extLst>
          </p:nvPr>
        </p:nvGraphicFramePr>
        <p:xfrm>
          <a:off x="838200" y="1414156"/>
          <a:ext cx="4663428" cy="2542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6D209EF6-35F6-D030-FF30-4A613C2FD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623343"/>
              </p:ext>
            </p:extLst>
          </p:nvPr>
        </p:nvGraphicFramePr>
        <p:xfrm>
          <a:off x="838200" y="3956377"/>
          <a:ext cx="466342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474">
                  <a:extLst>
                    <a:ext uri="{9D8B030D-6E8A-4147-A177-3AD203B41FA5}">
                      <a16:colId xmlns:a16="http://schemas.microsoft.com/office/drawing/2014/main" val="2104775318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703933832"/>
                    </a:ext>
                  </a:extLst>
                </a:gridCol>
                <a:gridCol w="1148704">
                  <a:extLst>
                    <a:ext uri="{9D8B030D-6E8A-4147-A177-3AD203B41FA5}">
                      <a16:colId xmlns:a16="http://schemas.microsoft.com/office/drawing/2014/main" val="3593655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Learning status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Number of </a:t>
                      </a: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Percent</a:t>
                      </a:r>
                      <a:endParaRPr lang="de-DE" sz="1800" b="0" kern="12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13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Fully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29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Partially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63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Not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</a:t>
                      </a:r>
                      <a:r>
                        <a:rPr lang="de-DE"/>
                        <a:t>%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581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physically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possible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66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003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5B57EE-7457-83E9-1E40-93126000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 err="1">
                <a:ln/>
                <a:solidFill>
                  <a:srgbClr val="616365"/>
                </a:solidFill>
              </a:rPr>
              <a:t>Analysed</a:t>
            </a:r>
            <a:r>
              <a:rPr lang="de-DE" b="1" u="sng" dirty="0">
                <a:ln/>
                <a:solidFill>
                  <a:srgbClr val="616365"/>
                </a:solidFill>
              </a:rPr>
              <a:t> Last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Collected</a:t>
            </a:r>
            <a:r>
              <a:rPr lang="de-DE" b="1" u="sng" dirty="0">
                <a:ln/>
                <a:solidFill>
                  <a:srgbClr val="616365"/>
                </a:solidFill>
              </a:rPr>
              <a:t>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Configuration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E3F4830E-54B1-B70A-3EF9-6F7958F47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08" b="13936"/>
          <a:stretch>
            <a:fillRect/>
          </a:stretch>
        </p:blipFill>
        <p:spPr>
          <a:xfrm>
            <a:off x="0" y="1931812"/>
            <a:ext cx="12126127" cy="140400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3B54F8-FE28-B11C-593A-F0701DE62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C1B991-8027-EFBA-FFA7-9E35D09AD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0FDAF0-95C7-CED8-08CA-958683E6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13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01B30F8-D910-D83A-4558-02B2325F0C74}"/>
              </a:ext>
            </a:extLst>
          </p:cNvPr>
          <p:cNvSpPr txBox="1"/>
          <p:nvPr/>
        </p:nvSpPr>
        <p:spPr>
          <a:xfrm>
            <a:off x="838199" y="3666022"/>
            <a:ext cx="104752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The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agent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does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not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differentiate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between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a part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that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was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collected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last and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one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that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was not </a:t>
            </a:r>
            <a:r>
              <a:rPr lang="de-DE" sz="2400" b="0" i="0" dirty="0" err="1">
                <a:solidFill>
                  <a:schemeClr val="tx1"/>
                </a:solidFill>
                <a:effectLst/>
                <a:latin typeface="+mn-lt"/>
              </a:rPr>
              <a:t>collected</a:t>
            </a:r>
            <a:r>
              <a:rPr lang="de-DE" sz="2400" b="0" i="0" dirty="0">
                <a:solidFill>
                  <a:schemeClr val="tx1"/>
                </a:solidFill>
                <a:effectLst/>
                <a:latin typeface="+mn-lt"/>
              </a:rPr>
              <a:t> last</a:t>
            </a:r>
            <a:r>
              <a:rPr lang="de-DE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1098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4A94F-C1B8-95A1-39A8-EA31E3675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Validation</a:t>
            </a:r>
            <a:r>
              <a:rPr lang="de-DE" dirty="0"/>
              <a:t> </a:t>
            </a:r>
            <a:r>
              <a:rPr lang="de-DE" b="1" u="sng" dirty="0">
                <a:ln/>
                <a:solidFill>
                  <a:srgbClr val="616365"/>
                </a:solidFill>
              </a:rPr>
              <a:t>Last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Collected</a:t>
            </a:r>
            <a:r>
              <a:rPr lang="de-DE" b="1" u="sng" dirty="0">
                <a:ln/>
                <a:solidFill>
                  <a:srgbClr val="616365"/>
                </a:solidFill>
              </a:rPr>
              <a:t>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learning</a:t>
            </a:r>
            <a:endParaRPr lang="de-DE" b="1" u="sng" dirty="0">
              <a:ln/>
              <a:solidFill>
                <a:srgbClr val="616365"/>
              </a:solidFill>
            </a:endParaRP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4304C65F-AB07-E18C-6470-B9ED1F39F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294" y="2543583"/>
            <a:ext cx="6313032" cy="286956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0D9B3B-9D9C-CE92-EF6B-EE1062C4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DF8AC4-1F7F-E5F5-422C-612729EB1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7AA99E-EF2B-3A81-7792-F18CD3D9A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14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D1AA11D-E16B-CBF3-B844-24ED93224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523" y="2543583"/>
            <a:ext cx="5231771" cy="286956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0051257A-525A-7C31-4519-1A772ECBA502}"/>
              </a:ext>
            </a:extLst>
          </p:cNvPr>
          <p:cNvSpPr txBox="1"/>
          <p:nvPr/>
        </p:nvSpPr>
        <p:spPr>
          <a:xfrm>
            <a:off x="829409" y="5452060"/>
            <a:ext cx="10344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/>
              <a:t>Waiting for a non-</a:t>
            </a:r>
            <a:r>
              <a:rPr lang="de-DE" sz="2000" dirty="0" err="1"/>
              <a:t>lastcollect</a:t>
            </a:r>
            <a:r>
              <a:rPr lang="de-DE" sz="2000" dirty="0"/>
              <a:t> type </a:t>
            </a:r>
            <a:r>
              <a:rPr lang="de-DE" sz="2000" dirty="0" err="1"/>
              <a:t>only</a:t>
            </a:r>
            <a:r>
              <a:rPr lang="de-DE" sz="2000" dirty="0"/>
              <a:t> </a:t>
            </a:r>
            <a:r>
              <a:rPr lang="de-DE" sz="2000" dirty="0" err="1"/>
              <a:t>increases</a:t>
            </a:r>
            <a:r>
              <a:rPr lang="de-DE" sz="2000" dirty="0"/>
              <a:t> </a:t>
            </a:r>
            <a:r>
              <a:rPr lang="de-DE" sz="2000" dirty="0" err="1"/>
              <a:t>runtime</a:t>
            </a:r>
            <a:r>
              <a:rPr lang="de-DE" sz="2000" dirty="0"/>
              <a:t>. </a:t>
            </a:r>
            <a:r>
              <a:rPr lang="de-DE" sz="2000" dirty="0" err="1"/>
              <a:t>Ignoring</a:t>
            </a:r>
            <a:r>
              <a:rPr lang="de-DE" sz="2000" dirty="0"/>
              <a:t> </a:t>
            </a:r>
            <a:r>
              <a:rPr lang="de-DE" sz="2000" dirty="0" err="1"/>
              <a:t>lastcollect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Q-</a:t>
            </a:r>
            <a:r>
              <a:rPr lang="de-DE" sz="2000" dirty="0" err="1"/>
              <a:t>learning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</a:t>
            </a:r>
            <a:r>
              <a:rPr lang="de-DE" sz="2000" dirty="0" err="1"/>
              <a:t>therefore</a:t>
            </a:r>
            <a:r>
              <a:rPr lang="de-DE" sz="2000" dirty="0"/>
              <a:t> optimal, not a </a:t>
            </a:r>
            <a:r>
              <a:rPr lang="de-DE" sz="2000" dirty="0" err="1"/>
              <a:t>flaw</a:t>
            </a:r>
            <a:r>
              <a:rPr lang="de-DE" sz="2000" dirty="0"/>
              <a:t>.</a:t>
            </a:r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27734C89-A787-208E-621B-1DBE9678B477}"/>
              </a:ext>
            </a:extLst>
          </p:cNvPr>
          <p:cNvGraphicFramePr/>
          <p:nvPr/>
        </p:nvGraphicFramePr>
        <p:xfrm>
          <a:off x="829409" y="1410038"/>
          <a:ext cx="10863068" cy="1077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1894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A011A-0F33-FF0A-9D05-BBE5FBA0F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ABF7EA-04BA-6D6E-7BAF-812013B41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Learning Minimal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Configuration</a:t>
            </a:r>
            <a:endParaRPr lang="de-DE" b="1" u="sng" dirty="0">
              <a:ln/>
              <a:solidFill>
                <a:srgbClr val="616365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5DCB6B-4AA5-B318-3B63-90DFDEF3B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724E5A-E79C-E3BD-D990-159B96B41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168471-2A40-4AF8-C0FA-274D2276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15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5E47C3E-F1F1-901D-8697-733A0A329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1628" y="2259649"/>
            <a:ext cx="5852171" cy="3251206"/>
          </a:xfrm>
          <a:prstGeom prst="rect">
            <a:avLst/>
          </a:prstGeom>
        </p:spPr>
      </p:pic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7A96C102-9AD9-A9E6-BD94-82C5B7F8AD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4864938"/>
              </p:ext>
            </p:extLst>
          </p:nvPr>
        </p:nvGraphicFramePr>
        <p:xfrm>
          <a:off x="788664" y="1690688"/>
          <a:ext cx="4762500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052FA269-73AD-B4E2-6E17-CD9B9D936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924040"/>
              </p:ext>
            </p:extLst>
          </p:nvPr>
        </p:nvGraphicFramePr>
        <p:xfrm>
          <a:off x="838200" y="3561963"/>
          <a:ext cx="466342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474">
                  <a:extLst>
                    <a:ext uri="{9D8B030D-6E8A-4147-A177-3AD203B41FA5}">
                      <a16:colId xmlns:a16="http://schemas.microsoft.com/office/drawing/2014/main" val="2104775318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703933832"/>
                    </a:ext>
                  </a:extLst>
                </a:gridCol>
                <a:gridCol w="1148704">
                  <a:extLst>
                    <a:ext uri="{9D8B030D-6E8A-4147-A177-3AD203B41FA5}">
                      <a16:colId xmlns:a16="http://schemas.microsoft.com/office/drawing/2014/main" val="3593655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Learning status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bg1"/>
                          </a:solidFill>
                          <a:effectLst/>
                        </a:rPr>
                        <a:t>Number of </a:t>
                      </a: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de-DE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bg1"/>
                          </a:solidFill>
                          <a:effectLst/>
                        </a:rPr>
                        <a:t>Percent</a:t>
                      </a:r>
                      <a:endParaRPr lang="de-DE" sz="1800" b="0" kern="12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13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Fully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29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Partially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63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Not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explored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581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physically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</a:rPr>
                        <a:t> possible</a:t>
                      </a:r>
                      <a:endParaRPr lang="de-D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66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641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CEF30-E542-9B68-2672-0C760EBED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81E2C0-1A80-4F39-E88D-3D41E1E68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>
                <a:ln/>
                <a:solidFill>
                  <a:srgbClr val="616365"/>
                </a:solidFill>
              </a:rPr>
              <a:t>Learning Minimal </a:t>
            </a:r>
            <a:r>
              <a:rPr lang="de-DE" b="1" u="sng" dirty="0" err="1">
                <a:ln/>
                <a:solidFill>
                  <a:srgbClr val="616365"/>
                </a:solidFill>
              </a:rPr>
              <a:t>Configuration</a:t>
            </a:r>
            <a:endParaRPr lang="de-DE" b="1" u="sng" dirty="0">
              <a:ln/>
              <a:solidFill>
                <a:srgbClr val="616365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CD765E-AF94-B5D2-4F3F-B776DD55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A46AB5-781C-AD63-E1A9-A6F9D6E5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2FB12A-0170-3739-2BCF-CB09598DF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16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3AE9FE8-ACDD-B59C-BDEB-528B2C7A6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9150" y="1964105"/>
            <a:ext cx="7290044" cy="292978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6C614A6-DC14-F5EF-7205-A48BEA538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197" y="2166087"/>
            <a:ext cx="4593953" cy="280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5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7BE1BE-03F3-3DB1-60E6-5F7BAD099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u="sng" dirty="0" err="1">
                <a:ln/>
                <a:solidFill>
                  <a:srgbClr val="616365"/>
                </a:solidFill>
              </a:rPr>
              <a:t>Conclusion</a:t>
            </a:r>
            <a:r>
              <a:rPr lang="de-DE" b="1" u="sng" dirty="0">
                <a:ln/>
                <a:solidFill>
                  <a:srgbClr val="616365"/>
                </a:solidFill>
              </a:rPr>
              <a:t> &amp; Key Takeaways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0B9B4E39-3BFC-C8B8-21D6-BCCB042D97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515900"/>
              </p:ext>
            </p:extLst>
          </p:nvPr>
        </p:nvGraphicFramePr>
        <p:xfrm>
          <a:off x="838200" y="1371600"/>
          <a:ext cx="10515600" cy="51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1E886E-9E2E-5020-2399-C4884964C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18.09.2026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B7322F-685E-30B5-8497-CE6694B4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C92A04-9EE0-D7D9-8C29-F2CB0F64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2990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1" id="{E6B33A8F-E786-4200-A41A-D4EFF1813AEB}" vid="{672231EF-5C09-49BC-92FD-42C4C88DC85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HSBI Powerpoint Vorlage</Template>
  <TotalTime>0</TotalTime>
  <Words>969</Words>
  <Application>Microsoft Office PowerPoint</Application>
  <PresentationFormat>Breitbild</PresentationFormat>
  <Paragraphs>246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inherit</vt:lpstr>
      <vt:lpstr>Wingdings</vt:lpstr>
      <vt:lpstr>Office</vt:lpstr>
      <vt:lpstr>Design and Implementation of a Control Agent for a Manufacturing Plant</vt:lpstr>
      <vt:lpstr>Project Description</vt:lpstr>
      <vt:lpstr>PEAS framework</vt:lpstr>
      <vt:lpstr>RL approach Q-Learning Agent</vt:lpstr>
      <vt:lpstr>Reward-Design</vt:lpstr>
      <vt:lpstr>Parameterization TD and GLIE</vt:lpstr>
      <vt:lpstr>Learning Basic Configuration</vt:lpstr>
      <vt:lpstr>Reward farming</vt:lpstr>
      <vt:lpstr>New Reward-Design</vt:lpstr>
      <vt:lpstr>Learning Relative State Configuration</vt:lpstr>
      <vt:lpstr>Memory State</vt:lpstr>
      <vt:lpstr>Learning Last Collected Configuration</vt:lpstr>
      <vt:lpstr>Analysed Last Collected Configuration</vt:lpstr>
      <vt:lpstr>Validation Last Collected learning</vt:lpstr>
      <vt:lpstr>Learning Minimal Configuration</vt:lpstr>
      <vt:lpstr>Learning Minimal Configuration</vt:lpstr>
      <vt:lpstr>Conclusion &amp;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 Kläsener</dc:creator>
  <cp:lastModifiedBy>Niko Kläsener</cp:lastModifiedBy>
  <cp:revision>1</cp:revision>
  <dcterms:created xsi:type="dcterms:W3CDTF">2026-09-11T14:49:08Z</dcterms:created>
  <dcterms:modified xsi:type="dcterms:W3CDTF">2026-09-18T14:05:54Z</dcterms:modified>
</cp:coreProperties>
</file>